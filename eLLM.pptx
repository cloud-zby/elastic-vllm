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6" r:id="rId4"/>
    <p:sldId id="258" r:id="rId5"/>
    <p:sldId id="263" r:id="rId6"/>
    <p:sldId id="265" r:id="rId7"/>
    <p:sldId id="269" r:id="rId8"/>
    <p:sldId id="267" r:id="rId9"/>
    <p:sldId id="261" r:id="rId10"/>
    <p:sldId id="262" r:id="rId11"/>
    <p:sldId id="270" r:id="rId12"/>
    <p:sldId id="268" r:id="rId13"/>
    <p:sldId id="259" r:id="rId14"/>
    <p:sldId id="26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565E7D-2B05-4D6E-9DDE-FA878488DF29}" v="78" dt="2025-11-06T03:17:41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GYE ZHOU" userId="55c96058e0a1801d" providerId="LiveId" clId="{5BC75A26-D4FA-4B58-BF3C-F0A165013814}"/>
    <pc:docChg chg="undo custSel addSld delSld modSld sldOrd">
      <pc:chgData name="BINGYE ZHOU" userId="55c96058e0a1801d" providerId="LiveId" clId="{5BC75A26-D4FA-4B58-BF3C-F0A165013814}" dt="2025-11-06T08:11:29.497" v="533" actId="47"/>
      <pc:docMkLst>
        <pc:docMk/>
      </pc:docMkLst>
      <pc:sldChg chg="delSp modSp mod">
        <pc:chgData name="BINGYE ZHOU" userId="55c96058e0a1801d" providerId="LiveId" clId="{5BC75A26-D4FA-4B58-BF3C-F0A165013814}" dt="2025-11-06T03:18:21.603" v="507" actId="14100"/>
        <pc:sldMkLst>
          <pc:docMk/>
          <pc:sldMk cId="539547119" sldId="256"/>
        </pc:sldMkLst>
        <pc:spChg chg="mod">
          <ac:chgData name="BINGYE ZHOU" userId="55c96058e0a1801d" providerId="LiveId" clId="{5BC75A26-D4FA-4B58-BF3C-F0A165013814}" dt="2025-11-06T03:18:21.603" v="507" actId="14100"/>
          <ac:spMkLst>
            <pc:docMk/>
            <pc:sldMk cId="539547119" sldId="256"/>
            <ac:spMk id="2" creationId="{3DB1A40B-E1B7-F563-0707-87B8B725FEFD}"/>
          </ac:spMkLst>
        </pc:spChg>
        <pc:spChg chg="del">
          <ac:chgData name="BINGYE ZHOU" userId="55c96058e0a1801d" providerId="LiveId" clId="{5BC75A26-D4FA-4B58-BF3C-F0A165013814}" dt="2025-11-06T03:18:18.245" v="506" actId="478"/>
          <ac:spMkLst>
            <pc:docMk/>
            <pc:sldMk cId="539547119" sldId="256"/>
            <ac:spMk id="3" creationId="{80DF89C4-B579-CD2C-6854-43EAE23F5AD6}"/>
          </ac:spMkLst>
        </pc:spChg>
      </pc:sldChg>
      <pc:sldChg chg="modSp mod">
        <pc:chgData name="BINGYE ZHOU" userId="55c96058e0a1801d" providerId="LiveId" clId="{5BC75A26-D4FA-4B58-BF3C-F0A165013814}" dt="2025-11-05T01:39:07.607" v="166" actId="113"/>
        <pc:sldMkLst>
          <pc:docMk/>
          <pc:sldMk cId="1065886522" sldId="257"/>
        </pc:sldMkLst>
        <pc:spChg chg="mod">
          <ac:chgData name="BINGYE ZHOU" userId="55c96058e0a1801d" providerId="LiveId" clId="{5BC75A26-D4FA-4B58-BF3C-F0A165013814}" dt="2025-11-05T01:39:07.607" v="166" actId="113"/>
          <ac:spMkLst>
            <pc:docMk/>
            <pc:sldMk cId="1065886522" sldId="257"/>
            <ac:spMk id="3" creationId="{081DEB37-6EA1-1B25-E6A0-FD04114752AB}"/>
          </ac:spMkLst>
        </pc:spChg>
      </pc:sldChg>
      <pc:sldChg chg="del">
        <pc:chgData name="BINGYE ZHOU" userId="55c96058e0a1801d" providerId="LiveId" clId="{5BC75A26-D4FA-4B58-BF3C-F0A165013814}" dt="2025-11-05T01:36:23.417" v="124" actId="2696"/>
        <pc:sldMkLst>
          <pc:docMk/>
          <pc:sldMk cId="2674786171" sldId="259"/>
        </pc:sldMkLst>
      </pc:sldChg>
      <pc:sldChg chg="modSp add mod">
        <pc:chgData name="BINGYE ZHOU" userId="55c96058e0a1801d" providerId="LiveId" clId="{5BC75A26-D4FA-4B58-BF3C-F0A165013814}" dt="2025-11-05T01:55:30.695" v="392" actId="14100"/>
        <pc:sldMkLst>
          <pc:docMk/>
          <pc:sldMk cId="4268085427" sldId="259"/>
        </pc:sldMkLst>
        <pc:spChg chg="mod">
          <ac:chgData name="BINGYE ZHOU" userId="55c96058e0a1801d" providerId="LiveId" clId="{5BC75A26-D4FA-4B58-BF3C-F0A165013814}" dt="2025-11-05T01:55:04.330" v="388"/>
          <ac:spMkLst>
            <pc:docMk/>
            <pc:sldMk cId="4268085427" sldId="259"/>
            <ac:spMk id="2" creationId="{534A4D52-AAAE-0256-4426-8D7F48366DA8}"/>
          </ac:spMkLst>
        </pc:spChg>
        <pc:spChg chg="mod">
          <ac:chgData name="BINGYE ZHOU" userId="55c96058e0a1801d" providerId="LiveId" clId="{5BC75A26-D4FA-4B58-BF3C-F0A165013814}" dt="2025-11-05T01:55:30.695" v="392" actId="14100"/>
          <ac:spMkLst>
            <pc:docMk/>
            <pc:sldMk cId="4268085427" sldId="259"/>
            <ac:spMk id="3" creationId="{7704572C-06D0-3048-2980-66AED0946CEB}"/>
          </ac:spMkLst>
        </pc:spChg>
        <pc:picChg chg="mod">
          <ac:chgData name="BINGYE ZHOU" userId="55c96058e0a1801d" providerId="LiveId" clId="{5BC75A26-D4FA-4B58-BF3C-F0A165013814}" dt="2025-11-05T01:55:20.279" v="390" actId="1076"/>
          <ac:picMkLst>
            <pc:docMk/>
            <pc:sldMk cId="4268085427" sldId="259"/>
            <ac:picMk id="4" creationId="{E3CC8E4D-C16C-FA4C-9C0D-9B6E1C7350CB}"/>
          </ac:picMkLst>
        </pc:picChg>
      </pc:sldChg>
      <pc:sldChg chg="del">
        <pc:chgData name="BINGYE ZHOU" userId="55c96058e0a1801d" providerId="LiveId" clId="{5BC75A26-D4FA-4B58-BF3C-F0A165013814}" dt="2025-11-05T01:36:23.417" v="124" actId="2696"/>
        <pc:sldMkLst>
          <pc:docMk/>
          <pc:sldMk cId="976878603" sldId="260"/>
        </pc:sldMkLst>
      </pc:sldChg>
      <pc:sldChg chg="modSp add mod">
        <pc:chgData name="BINGYE ZHOU" userId="55c96058e0a1801d" providerId="LiveId" clId="{5BC75A26-D4FA-4B58-BF3C-F0A165013814}" dt="2025-11-05T01:44:00.584" v="229" actId="20577"/>
        <pc:sldMkLst>
          <pc:docMk/>
          <pc:sldMk cId="977470673" sldId="260"/>
        </pc:sldMkLst>
        <pc:spChg chg="mod">
          <ac:chgData name="BINGYE ZHOU" userId="55c96058e0a1801d" providerId="LiveId" clId="{5BC75A26-D4FA-4B58-BF3C-F0A165013814}" dt="2025-11-05T01:44:00.584" v="229" actId="20577"/>
          <ac:spMkLst>
            <pc:docMk/>
            <pc:sldMk cId="977470673" sldId="260"/>
            <ac:spMk id="2" creationId="{C618D025-CFB2-37A8-1E9A-A6CEFE23AE98}"/>
          </ac:spMkLst>
        </pc:spChg>
      </pc:sldChg>
      <pc:sldChg chg="addSp delSp modSp mod ord">
        <pc:chgData name="BINGYE ZHOU" userId="55c96058e0a1801d" providerId="LiveId" clId="{5BC75A26-D4FA-4B58-BF3C-F0A165013814}" dt="2025-11-05T01:36:48.275" v="130" actId="1076"/>
        <pc:sldMkLst>
          <pc:docMk/>
          <pc:sldMk cId="3598611528" sldId="263"/>
        </pc:sldMkLst>
        <pc:spChg chg="del mod">
          <ac:chgData name="BINGYE ZHOU" userId="55c96058e0a1801d" providerId="LiveId" clId="{5BC75A26-D4FA-4B58-BF3C-F0A165013814}" dt="2025-11-05T01:36:40.581" v="128" actId="21"/>
          <ac:spMkLst>
            <pc:docMk/>
            <pc:sldMk cId="3598611528" sldId="263"/>
            <ac:spMk id="2" creationId="{D995202D-4B55-F310-4AAF-495000734A40}"/>
          </ac:spMkLst>
        </pc:spChg>
        <pc:spChg chg="mod">
          <ac:chgData name="BINGYE ZHOU" userId="55c96058e0a1801d" providerId="LiveId" clId="{5BC75A26-D4FA-4B58-BF3C-F0A165013814}" dt="2025-11-05T01:36:45.043" v="129" actId="14100"/>
          <ac:spMkLst>
            <pc:docMk/>
            <pc:sldMk cId="3598611528" sldId="263"/>
            <ac:spMk id="3" creationId="{45715A5B-88BF-2484-57F0-BE76E1AAF7BC}"/>
          </ac:spMkLst>
        </pc:spChg>
        <pc:spChg chg="add mod">
          <ac:chgData name="BINGYE ZHOU" userId="55c96058e0a1801d" providerId="LiveId" clId="{5BC75A26-D4FA-4B58-BF3C-F0A165013814}" dt="2025-11-05T01:36:40.581" v="128" actId="21"/>
          <ac:spMkLst>
            <pc:docMk/>
            <pc:sldMk cId="3598611528" sldId="263"/>
            <ac:spMk id="6" creationId="{74E80166-CD64-2320-4150-C72911375A2D}"/>
          </ac:spMkLst>
        </pc:spChg>
        <pc:picChg chg="add mod">
          <ac:chgData name="BINGYE ZHOU" userId="55c96058e0a1801d" providerId="LiveId" clId="{5BC75A26-D4FA-4B58-BF3C-F0A165013814}" dt="2025-11-05T01:36:48.275" v="130" actId="1076"/>
          <ac:picMkLst>
            <pc:docMk/>
            <pc:sldMk cId="3598611528" sldId="263"/>
            <ac:picMk id="4098" creationId="{A88832B2-C29C-2ECE-FFEB-97053523DDD1}"/>
          </ac:picMkLst>
        </pc:picChg>
      </pc:sldChg>
      <pc:sldChg chg="new del">
        <pc:chgData name="BINGYE ZHOU" userId="55c96058e0a1801d" providerId="LiveId" clId="{5BC75A26-D4FA-4B58-BF3C-F0A165013814}" dt="2025-11-05T01:29:09.203" v="36" actId="47"/>
        <pc:sldMkLst>
          <pc:docMk/>
          <pc:sldMk cId="49786529" sldId="264"/>
        </pc:sldMkLst>
      </pc:sldChg>
      <pc:sldChg chg="add del">
        <pc:chgData name="BINGYE ZHOU" userId="55c96058e0a1801d" providerId="LiveId" clId="{5BC75A26-D4FA-4B58-BF3C-F0A165013814}" dt="2025-11-05T01:29:35.605" v="43" actId="47"/>
        <pc:sldMkLst>
          <pc:docMk/>
          <pc:sldMk cId="2161455397" sldId="264"/>
        </pc:sldMkLst>
      </pc:sldChg>
      <pc:sldChg chg="add">
        <pc:chgData name="BINGYE ZHOU" userId="55c96058e0a1801d" providerId="LiveId" clId="{5BC75A26-D4FA-4B58-BF3C-F0A165013814}" dt="2025-11-05T01:37:37.534" v="136"/>
        <pc:sldMkLst>
          <pc:docMk/>
          <pc:sldMk cId="788542075" sldId="265"/>
        </pc:sldMkLst>
      </pc:sldChg>
      <pc:sldChg chg="addSp delSp modSp add del mod">
        <pc:chgData name="BINGYE ZHOU" userId="55c96058e0a1801d" providerId="LiveId" clId="{5BC75A26-D4FA-4B58-BF3C-F0A165013814}" dt="2025-11-05T01:37:34.167" v="135" actId="2696"/>
        <pc:sldMkLst>
          <pc:docMk/>
          <pc:sldMk cId="2856874960" sldId="265"/>
        </pc:sldMkLst>
        <pc:spChg chg="del">
          <ac:chgData name="BINGYE ZHOU" userId="55c96058e0a1801d" providerId="LiveId" clId="{5BC75A26-D4FA-4B58-BF3C-F0A165013814}" dt="2025-11-05T01:37:18.382" v="131" actId="478"/>
          <ac:spMkLst>
            <pc:docMk/>
            <pc:sldMk cId="2856874960" sldId="265"/>
            <ac:spMk id="2" creationId="{CEAE28D6-F632-6057-30CC-99FFDBB2A70E}"/>
          </ac:spMkLst>
        </pc:spChg>
        <pc:spChg chg="mod">
          <ac:chgData name="BINGYE ZHOU" userId="55c96058e0a1801d" providerId="LiveId" clId="{5BC75A26-D4FA-4B58-BF3C-F0A165013814}" dt="2025-11-05T01:37:24.736" v="132" actId="14100"/>
          <ac:spMkLst>
            <pc:docMk/>
            <pc:sldMk cId="2856874960" sldId="265"/>
            <ac:spMk id="3" creationId="{289B6BDC-51A8-F217-5FE0-8C7776D6CB95}"/>
          </ac:spMkLst>
        </pc:spChg>
        <pc:spChg chg="add mod">
          <ac:chgData name="BINGYE ZHOU" userId="55c96058e0a1801d" providerId="LiveId" clId="{5BC75A26-D4FA-4B58-BF3C-F0A165013814}" dt="2025-11-05T01:37:18.382" v="131" actId="478"/>
          <ac:spMkLst>
            <pc:docMk/>
            <pc:sldMk cId="2856874960" sldId="265"/>
            <ac:spMk id="6" creationId="{71996965-4DF4-EDA7-34D3-F4F6EDCACA8A}"/>
          </ac:spMkLst>
        </pc:spChg>
        <pc:picChg chg="mod">
          <ac:chgData name="BINGYE ZHOU" userId="55c96058e0a1801d" providerId="LiveId" clId="{5BC75A26-D4FA-4B58-BF3C-F0A165013814}" dt="2025-11-05T01:37:31.587" v="134" actId="1076"/>
          <ac:picMkLst>
            <pc:docMk/>
            <pc:sldMk cId="2856874960" sldId="265"/>
            <ac:picMk id="4098" creationId="{47F19A3D-3617-58B3-C822-0614FE0235BF}"/>
          </ac:picMkLst>
        </pc:picChg>
      </pc:sldChg>
      <pc:sldChg chg="modSp new mod">
        <pc:chgData name="BINGYE ZHOU" userId="55c96058e0a1801d" providerId="LiveId" clId="{5BC75A26-D4FA-4B58-BF3C-F0A165013814}" dt="2025-11-05T01:38:31.893" v="162" actId="20577"/>
        <pc:sldMkLst>
          <pc:docMk/>
          <pc:sldMk cId="1388374535" sldId="266"/>
        </pc:sldMkLst>
        <pc:spChg chg="mod">
          <ac:chgData name="BINGYE ZHOU" userId="55c96058e0a1801d" providerId="LiveId" clId="{5BC75A26-D4FA-4B58-BF3C-F0A165013814}" dt="2025-11-05T01:38:31.893" v="162" actId="20577"/>
          <ac:spMkLst>
            <pc:docMk/>
            <pc:sldMk cId="1388374535" sldId="266"/>
            <ac:spMk id="2" creationId="{67D6A556-09D0-0CD4-7728-340CCA290E62}"/>
          </ac:spMkLst>
        </pc:spChg>
        <pc:spChg chg="mod">
          <ac:chgData name="BINGYE ZHOU" userId="55c96058e0a1801d" providerId="LiveId" clId="{5BC75A26-D4FA-4B58-BF3C-F0A165013814}" dt="2025-11-05T01:38:28.785" v="157"/>
          <ac:spMkLst>
            <pc:docMk/>
            <pc:sldMk cId="1388374535" sldId="266"/>
            <ac:spMk id="3" creationId="{1B8257CB-283B-23A6-78EE-56082BB788FE}"/>
          </ac:spMkLst>
        </pc:spChg>
      </pc:sldChg>
      <pc:sldChg chg="modSp add mod ord">
        <pc:chgData name="BINGYE ZHOU" userId="55c96058e0a1801d" providerId="LiveId" clId="{5BC75A26-D4FA-4B58-BF3C-F0A165013814}" dt="2025-11-05T01:54:36.461" v="382" actId="20577"/>
        <pc:sldMkLst>
          <pc:docMk/>
          <pc:sldMk cId="3212072130" sldId="267"/>
        </pc:sldMkLst>
        <pc:spChg chg="mod">
          <ac:chgData name="BINGYE ZHOU" userId="55c96058e0a1801d" providerId="LiveId" clId="{5BC75A26-D4FA-4B58-BF3C-F0A165013814}" dt="2025-11-05T01:54:36.461" v="382" actId="20577"/>
          <ac:spMkLst>
            <pc:docMk/>
            <pc:sldMk cId="3212072130" sldId="267"/>
            <ac:spMk id="3" creationId="{7A21841C-2B8D-FEBF-5692-84E5467329D2}"/>
          </ac:spMkLst>
        </pc:spChg>
      </pc:sldChg>
      <pc:sldChg chg="addSp modSp new mod ord">
        <pc:chgData name="BINGYE ZHOU" userId="55c96058e0a1801d" providerId="LiveId" clId="{5BC75A26-D4FA-4B58-BF3C-F0A165013814}" dt="2025-11-05T01:54:07.170" v="379"/>
        <pc:sldMkLst>
          <pc:docMk/>
          <pc:sldMk cId="1313634662" sldId="268"/>
        </pc:sldMkLst>
        <pc:spChg chg="mod">
          <ac:chgData name="BINGYE ZHOU" userId="55c96058e0a1801d" providerId="LiveId" clId="{5BC75A26-D4FA-4B58-BF3C-F0A165013814}" dt="2025-11-05T01:49:56.641" v="337" actId="14100"/>
          <ac:spMkLst>
            <pc:docMk/>
            <pc:sldMk cId="1313634662" sldId="268"/>
            <ac:spMk id="3" creationId="{14097FE5-B329-CA71-2A42-0D7F55097D8E}"/>
          </ac:spMkLst>
        </pc:spChg>
        <pc:picChg chg="add mod">
          <ac:chgData name="BINGYE ZHOU" userId="55c96058e0a1801d" providerId="LiveId" clId="{5BC75A26-D4FA-4B58-BF3C-F0A165013814}" dt="2025-11-05T01:50:26.401" v="345" actId="1076"/>
          <ac:picMkLst>
            <pc:docMk/>
            <pc:sldMk cId="1313634662" sldId="268"/>
            <ac:picMk id="1026" creationId="{B2564257-8F0D-6129-5620-B9C78A2D2D24}"/>
          </ac:picMkLst>
        </pc:picChg>
      </pc:sldChg>
      <pc:sldChg chg="new del">
        <pc:chgData name="BINGYE ZHOU" userId="55c96058e0a1801d" providerId="LiveId" clId="{5BC75A26-D4FA-4B58-BF3C-F0A165013814}" dt="2025-11-05T01:42:22.178" v="221" actId="2696"/>
        <pc:sldMkLst>
          <pc:docMk/>
          <pc:sldMk cId="3323664724" sldId="268"/>
        </pc:sldMkLst>
      </pc:sldChg>
      <pc:sldChg chg="addSp delSp modSp new del mod">
        <pc:chgData name="BINGYE ZHOU" userId="55c96058e0a1801d" providerId="LiveId" clId="{5BC75A26-D4FA-4B58-BF3C-F0A165013814}" dt="2025-11-05T01:53:25.691" v="370" actId="2696"/>
        <pc:sldMkLst>
          <pc:docMk/>
          <pc:sldMk cId="428011427" sldId="269"/>
        </pc:sldMkLst>
        <pc:spChg chg="del mod">
          <ac:chgData name="BINGYE ZHOU" userId="55c96058e0a1801d" providerId="LiveId" clId="{5BC75A26-D4FA-4B58-BF3C-F0A165013814}" dt="2025-11-05T01:52:56.185" v="362" actId="478"/>
          <ac:spMkLst>
            <pc:docMk/>
            <pc:sldMk cId="428011427" sldId="269"/>
            <ac:spMk id="2" creationId="{5445106B-7642-DA02-46AB-1BEB9D432577}"/>
          </ac:spMkLst>
        </pc:spChg>
        <pc:spChg chg="mod">
          <ac:chgData name="BINGYE ZHOU" userId="55c96058e0a1801d" providerId="LiveId" clId="{5BC75A26-D4FA-4B58-BF3C-F0A165013814}" dt="2025-11-05T01:53:09.303" v="366" actId="14100"/>
          <ac:spMkLst>
            <pc:docMk/>
            <pc:sldMk cId="428011427" sldId="269"/>
            <ac:spMk id="3" creationId="{DD07819D-AAEB-0537-4798-1A5745E4ED6E}"/>
          </ac:spMkLst>
        </pc:spChg>
        <pc:picChg chg="add mod">
          <ac:chgData name="BINGYE ZHOU" userId="55c96058e0a1801d" providerId="LiveId" clId="{5BC75A26-D4FA-4B58-BF3C-F0A165013814}" dt="2025-11-05T01:53:17.143" v="369" actId="1076"/>
          <ac:picMkLst>
            <pc:docMk/>
            <pc:sldMk cId="428011427" sldId="269"/>
            <ac:picMk id="5" creationId="{04F58D4E-FE81-B893-EF3D-3FEA128F4B75}"/>
          </ac:picMkLst>
        </pc:picChg>
      </pc:sldChg>
      <pc:sldChg chg="modSp add mod">
        <pc:chgData name="BINGYE ZHOU" userId="55c96058e0a1801d" providerId="LiveId" clId="{5BC75A26-D4FA-4B58-BF3C-F0A165013814}" dt="2025-11-05T01:53:46.223" v="377" actId="20577"/>
        <pc:sldMkLst>
          <pc:docMk/>
          <pc:sldMk cId="1188819442" sldId="269"/>
        </pc:sldMkLst>
        <pc:spChg chg="mod">
          <ac:chgData name="BINGYE ZHOU" userId="55c96058e0a1801d" providerId="LiveId" clId="{5BC75A26-D4FA-4B58-BF3C-F0A165013814}" dt="2025-11-05T01:53:46.223" v="377" actId="20577"/>
          <ac:spMkLst>
            <pc:docMk/>
            <pc:sldMk cId="1188819442" sldId="269"/>
            <ac:spMk id="3" creationId="{DD07819D-AAEB-0537-4798-1A5745E4ED6E}"/>
          </ac:spMkLst>
        </pc:spChg>
      </pc:sldChg>
      <pc:sldChg chg="modSp add mod ord">
        <pc:chgData name="BINGYE ZHOU" userId="55c96058e0a1801d" providerId="LiveId" clId="{5BC75A26-D4FA-4B58-BF3C-F0A165013814}" dt="2025-11-05T01:54:38.778" v="384"/>
        <pc:sldMkLst>
          <pc:docMk/>
          <pc:sldMk cId="2362838570" sldId="270"/>
        </pc:sldMkLst>
        <pc:spChg chg="mod">
          <ac:chgData name="BINGYE ZHOU" userId="55c96058e0a1801d" providerId="LiveId" clId="{5BC75A26-D4FA-4B58-BF3C-F0A165013814}" dt="2025-11-05T01:54:32.178" v="381" actId="20577"/>
          <ac:spMkLst>
            <pc:docMk/>
            <pc:sldMk cId="2362838570" sldId="270"/>
            <ac:spMk id="3" creationId="{AD8BDED3-B9F5-16C1-D8F8-D0E6EAFF475E}"/>
          </ac:spMkLst>
        </pc:spChg>
      </pc:sldChg>
      <pc:sldChg chg="addSp modSp new mod">
        <pc:chgData name="BINGYE ZHOU" userId="55c96058e0a1801d" providerId="LiveId" clId="{5BC75A26-D4FA-4B58-BF3C-F0A165013814}" dt="2025-11-05T02:02:43.586" v="413" actId="1076"/>
        <pc:sldMkLst>
          <pc:docMk/>
          <pc:sldMk cId="44501722" sldId="271"/>
        </pc:sldMkLst>
        <pc:spChg chg="mod">
          <ac:chgData name="BINGYE ZHOU" userId="55c96058e0a1801d" providerId="LiveId" clId="{5BC75A26-D4FA-4B58-BF3C-F0A165013814}" dt="2025-11-05T01:59:25.616" v="394"/>
          <ac:spMkLst>
            <pc:docMk/>
            <pc:sldMk cId="44501722" sldId="271"/>
            <ac:spMk id="2" creationId="{6B704B11-72AA-36E7-4283-3D56A5153E44}"/>
          </ac:spMkLst>
        </pc:spChg>
        <pc:spChg chg="mod">
          <ac:chgData name="BINGYE ZHOU" userId="55c96058e0a1801d" providerId="LiveId" clId="{5BC75A26-D4FA-4B58-BF3C-F0A165013814}" dt="2025-11-05T02:02:40.628" v="412" actId="20577"/>
          <ac:spMkLst>
            <pc:docMk/>
            <pc:sldMk cId="44501722" sldId="271"/>
            <ac:spMk id="3" creationId="{CE40F3B1-D1B3-B85E-35D5-B7641FF81566}"/>
          </ac:spMkLst>
        </pc:spChg>
        <pc:picChg chg="add mod">
          <ac:chgData name="BINGYE ZHOU" userId="55c96058e0a1801d" providerId="LiveId" clId="{5BC75A26-D4FA-4B58-BF3C-F0A165013814}" dt="2025-11-05T02:02:43.586" v="413" actId="1076"/>
          <ac:picMkLst>
            <pc:docMk/>
            <pc:sldMk cId="44501722" sldId="271"/>
            <ac:picMk id="2050" creationId="{4A9244A9-FF6B-1F34-E677-4DFE28E79163}"/>
          </ac:picMkLst>
        </pc:picChg>
      </pc:sldChg>
      <pc:sldChg chg="modSp new mod">
        <pc:chgData name="BINGYE ZHOU" userId="55c96058e0a1801d" providerId="LiveId" clId="{5BC75A26-D4FA-4B58-BF3C-F0A165013814}" dt="2025-11-05T11:07:33.801" v="450"/>
        <pc:sldMkLst>
          <pc:docMk/>
          <pc:sldMk cId="840737061" sldId="272"/>
        </pc:sldMkLst>
        <pc:spChg chg="mod">
          <ac:chgData name="BINGYE ZHOU" userId="55c96058e0a1801d" providerId="LiveId" clId="{5BC75A26-D4FA-4B58-BF3C-F0A165013814}" dt="2025-11-05T02:02:34.326" v="411"/>
          <ac:spMkLst>
            <pc:docMk/>
            <pc:sldMk cId="840737061" sldId="272"/>
            <ac:spMk id="2" creationId="{34E3A8F9-47E4-39B6-A7F3-91315831B277}"/>
          </ac:spMkLst>
        </pc:spChg>
        <pc:spChg chg="mod">
          <ac:chgData name="BINGYE ZHOU" userId="55c96058e0a1801d" providerId="LiveId" clId="{5BC75A26-D4FA-4B58-BF3C-F0A165013814}" dt="2025-11-05T11:07:33.801" v="450"/>
          <ac:spMkLst>
            <pc:docMk/>
            <pc:sldMk cId="840737061" sldId="272"/>
            <ac:spMk id="3" creationId="{8097823F-7EA5-2F0B-BE75-089FB05B5BF8}"/>
          </ac:spMkLst>
        </pc:spChg>
      </pc:sldChg>
      <pc:sldChg chg="modSp mod">
        <pc:chgData name="BINGYE ZHOU" userId="55c96058e0a1801d" providerId="LiveId" clId="{5BC75A26-D4FA-4B58-BF3C-F0A165013814}" dt="2025-11-06T03:16:07.375" v="461" actId="113"/>
        <pc:sldMkLst>
          <pc:docMk/>
          <pc:sldMk cId="729819786" sldId="273"/>
        </pc:sldMkLst>
        <pc:spChg chg="mod">
          <ac:chgData name="BINGYE ZHOU" userId="55c96058e0a1801d" providerId="LiveId" clId="{5BC75A26-D4FA-4B58-BF3C-F0A165013814}" dt="2025-11-06T03:16:07.375" v="461" actId="113"/>
          <ac:spMkLst>
            <pc:docMk/>
            <pc:sldMk cId="729819786" sldId="273"/>
            <ac:spMk id="3" creationId="{DDF86815-C2D6-37FD-50E2-2580D2DFFDF0}"/>
          </ac:spMkLst>
        </pc:spChg>
      </pc:sldChg>
      <pc:sldChg chg="modSp mod">
        <pc:chgData name="BINGYE ZHOU" userId="55c96058e0a1801d" providerId="LiveId" clId="{5BC75A26-D4FA-4B58-BF3C-F0A165013814}" dt="2025-11-06T03:19:32.024" v="526" actId="20577"/>
        <pc:sldMkLst>
          <pc:docMk/>
          <pc:sldMk cId="282254576" sldId="278"/>
        </pc:sldMkLst>
        <pc:spChg chg="mod">
          <ac:chgData name="BINGYE ZHOU" userId="55c96058e0a1801d" providerId="LiveId" clId="{5BC75A26-D4FA-4B58-BF3C-F0A165013814}" dt="2025-11-06T03:19:32.024" v="526" actId="20577"/>
          <ac:spMkLst>
            <pc:docMk/>
            <pc:sldMk cId="282254576" sldId="278"/>
            <ac:spMk id="3" creationId="{1395400B-549D-5ECA-5206-9FD59DDDEAA0}"/>
          </ac:spMkLst>
        </pc:spChg>
      </pc:sldChg>
      <pc:sldChg chg="modSp mod">
        <pc:chgData name="BINGYE ZHOU" userId="55c96058e0a1801d" providerId="LiveId" clId="{5BC75A26-D4FA-4B58-BF3C-F0A165013814}" dt="2025-11-06T03:22:17.912" v="532" actId="207"/>
        <pc:sldMkLst>
          <pc:docMk/>
          <pc:sldMk cId="2456241506" sldId="279"/>
        </pc:sldMkLst>
        <pc:spChg chg="mod">
          <ac:chgData name="BINGYE ZHOU" userId="55c96058e0a1801d" providerId="LiveId" clId="{5BC75A26-D4FA-4B58-BF3C-F0A165013814}" dt="2025-11-06T03:22:17.912" v="532" actId="207"/>
          <ac:spMkLst>
            <pc:docMk/>
            <pc:sldMk cId="2456241506" sldId="279"/>
            <ac:spMk id="3" creationId="{DB0E4A71-CB04-1862-70E2-25ED25421D73}"/>
          </ac:spMkLst>
        </pc:spChg>
      </pc:sldChg>
      <pc:sldChg chg="modSp new del mod">
        <pc:chgData name="BINGYE ZHOU" userId="55c96058e0a1801d" providerId="LiveId" clId="{5BC75A26-D4FA-4B58-BF3C-F0A165013814}" dt="2025-11-06T08:11:29.497" v="533" actId="47"/>
        <pc:sldMkLst>
          <pc:docMk/>
          <pc:sldMk cId="571787533" sldId="282"/>
        </pc:sldMkLst>
        <pc:spChg chg="mod">
          <ac:chgData name="BINGYE ZHOU" userId="55c96058e0a1801d" providerId="LiveId" clId="{5BC75A26-D4FA-4B58-BF3C-F0A165013814}" dt="2025-11-06T03:16:37.216" v="470" actId="20577"/>
          <ac:spMkLst>
            <pc:docMk/>
            <pc:sldMk cId="571787533" sldId="282"/>
            <ac:spMk id="2" creationId="{41D672DD-00B8-D58E-B4F5-ECFF0A050558}"/>
          </ac:spMkLst>
        </pc:spChg>
        <pc:spChg chg="mod">
          <ac:chgData name="BINGYE ZHOU" userId="55c96058e0a1801d" providerId="LiveId" clId="{5BC75A26-D4FA-4B58-BF3C-F0A165013814}" dt="2025-11-06T03:17:42.852" v="505" actId="20577"/>
          <ac:spMkLst>
            <pc:docMk/>
            <pc:sldMk cId="571787533" sldId="282"/>
            <ac:spMk id="3" creationId="{71F9C2DA-CCA0-424A-9E48-39E6EFF07E5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3343183-DA72-9FE0-666D-0463C89810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Dynamic Memory in LLM</a:t>
            </a: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64D0B7-8F5E-8740-4232-1A03B2D347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6B278-B72F-495E-9A76-8B7377A32F4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62CEA4-E72E-2196-C957-4ACEAE7B0C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3BA60F-2711-5118-31CB-B455EB4FB5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FDDD8-BDE7-46AE-AFE7-9914DEB1B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545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Dynamic Memory in LLM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FE6B0-5A89-4759-9BE1-E1E221BD9B58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3920D-A3D5-4463-B367-71D7EB0BB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4254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A61DF-D46A-0285-B3E6-3B7EEF8A4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3B2879-5C52-E81C-D34A-287E76CA9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C4CBE2-FA20-96CC-0DFF-FFD1EFAC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B05E-BAEF-4F33-97AC-1CE98D8907C6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E7B7F6-221A-4A7E-BC0B-1FF4A326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27ACB9-818E-8CC0-2C0C-0B9CD7A1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826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BCA63-0F42-4CCB-2362-E3128E78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EDFCAE-01B5-848A-EAC3-B4C56E7EC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A978B-5191-C10D-164A-758CA7EB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7C74-52F3-4ECE-BAF6-E8CEBAC4AEC0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5DBAEB-CE5F-7733-376E-F7BA11D9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E5239-31EF-8BB1-0F63-2157A874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853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2585A-B4BD-E4BE-F968-F8C10A30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9309A2-03D8-8402-8693-282618AF7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EB11E-4C20-7BA9-7E3D-10E05CC5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099E8-1E06-469C-91CA-A96D0F08EE22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34034-F49A-353F-9BBD-5A6F4A8A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6478F-0CE8-4487-0931-839EF41A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69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5584-AA35-2F51-DFC6-FF7AB381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B2333-1D07-E050-7EF9-FCAB8C57D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7F4D33-3A1F-8AD1-0781-DA6E1494A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7C4FEB-F9D7-04A2-008B-A983A8D32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3D23-D7D4-4394-BD19-43EC8CA5F8CA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B18FE8-9526-DDD8-0099-C31EAB79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A72DE9-C353-7368-75D3-AF9A61EF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52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8FE99-5D5D-6CF8-B14F-65CD3552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2A643-2D58-CBB5-AF75-F4700FD55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153A31-C3F2-A53E-60D5-BF1AD2F00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C330DD-181D-AC36-47DC-AA0EFD7E3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D66590-61FB-2615-750B-69A8718A3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3B39EC-F818-35AD-B2E1-3512DC0F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5D55-51E5-44B9-9C08-506AF30414F8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E1FBAB-88DC-C6D9-EFBA-3AC60C59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19651F-C336-40E4-A1C0-B936A14E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59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BB180-6BC7-93A2-7269-F1785379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3ED3EB-B073-44C6-153E-ED87032E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8D4C5-EC23-4D56-831B-C9128729B2E0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3687E6-1307-4AD3-75EC-95E6B73C2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10B66-1847-AE78-00BF-AF022BEA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5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125202-3AB6-3B07-86F7-3E69B5BF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789DF-676A-4F68-9671-A34D5CC5CAA0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7CC439-2ECD-37B2-1A40-33EF22A8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68C1DF-5990-DD9C-F630-6DF4A76C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84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83639-B70B-9300-A411-72940F77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43B7C4-6679-1E9C-5744-B94FAD1E8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86622E-7A3C-28E1-0177-805DAF2F8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77B166-B4DA-6A11-5F56-EAB9A5C2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D733-7208-4215-8A2B-1C59B221376F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ED5E09-4DE7-5CA3-C0E0-54721BDB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674C7F-EFC3-0A33-9D2A-718017CF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08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BCB94-1176-66D5-B0F1-27BDAD3E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2DE3A7-4977-A332-5B78-F65E78453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84A8E2-8B44-D5DC-8402-E07DF8570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268086-732B-CDDA-8003-685579D2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BD2B-134E-4D21-ACA0-E45A212D1E82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845328-2E2E-A7F4-88BA-A95304D9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EFD80C-196F-6A5B-3F6B-3961954D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7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CFE05-9F7F-07E9-F47E-BD333627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F5F541-8676-52FD-16FD-3AB62C74C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6414F1-5528-05BB-06FD-955424F5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FA23-DFA5-4522-A715-161935981ADF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BFA72E-C49C-0857-F173-18A5B515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CDA8D-6224-145A-FF28-296569DC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96885A-F509-521C-84B4-E63418A61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05E286-C587-31B8-3182-B8ECDF15A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33D2CE-DBD4-F17C-26F2-C0A410CF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003A0-3B75-4498-816A-3FC8A906ABB4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4BD2A2-12C6-A688-D018-A49B040C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E39CDA-5AC2-9A30-A570-1ECBAAA0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56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E6B434-F76A-E5F2-E66B-77615949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1F0CCB-63E2-CAAD-A75B-23229B6E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018CF1-5D72-090B-3746-A6827663C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C7F9A-F92A-4CE0-9F04-613691EF7B2B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E8DAA8-4E0D-9A9F-71AF-9B35F3E0B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BC6AD-F9A8-3169-64B7-54D331554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79012-59C6-4B2A-B115-6BAA4A782B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25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1A40B-E1B7-F563-0707-87B8B725F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1768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eLLM</a:t>
            </a:r>
            <a:r>
              <a:rPr lang="en-US" altLang="zh-CN" dirty="0"/>
              <a:t>: Elastic Memory Management Framework for Efficient LLM Serving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9D67F4-753D-0EFE-962F-4DECBF21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547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0AEDD-CC78-7F52-E05F-228133AB0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1DEB37-6EA1-1B25-E6A0-FD041147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LLM</a:t>
            </a:r>
            <a:r>
              <a:rPr lang="zh-CN" altLang="en-US" dirty="0">
                <a:effectLst/>
              </a:rPr>
              <a:t>的内存占用量显着增加（如，</a:t>
            </a:r>
            <a:r>
              <a:rPr lang="en-US" altLang="zh-CN" dirty="0">
                <a:effectLst/>
              </a:rPr>
              <a:t>LLaMA-70B</a:t>
            </a:r>
            <a:r>
              <a:rPr lang="zh-CN" altLang="en-US" dirty="0">
                <a:effectLst/>
              </a:rPr>
              <a:t>由于极大的激活张量，其峰值内存使用量可达</a:t>
            </a:r>
            <a:r>
              <a:rPr lang="en-US" altLang="zh-CN" dirty="0">
                <a:effectLst/>
              </a:rPr>
              <a:t>168 GB </a:t>
            </a:r>
            <a:r>
              <a:rPr lang="zh-CN" altLang="en-US" dirty="0">
                <a:effectLst/>
              </a:rPr>
              <a:t>）</a:t>
            </a:r>
            <a:endParaRPr lang="en-US" altLang="zh-CN" dirty="0">
              <a:effectLst/>
            </a:endParaRPr>
          </a:p>
          <a:p>
            <a:r>
              <a:rPr lang="zh-CN" altLang="en-US" dirty="0"/>
              <a:t>其次，</a:t>
            </a:r>
            <a:r>
              <a:rPr lang="en-US" altLang="zh-CN" dirty="0"/>
              <a:t>LLM</a:t>
            </a:r>
            <a:r>
              <a:rPr lang="zh-CN" altLang="en-US" dirty="0"/>
              <a:t>推理在</a:t>
            </a:r>
            <a:r>
              <a:rPr lang="zh-CN" altLang="en-US" dirty="0">
                <a:effectLst/>
              </a:rPr>
              <a:t>内存分配不规则情况下，</a:t>
            </a:r>
            <a:r>
              <a:rPr lang="zh-CN" altLang="en-US" dirty="0"/>
              <a:t>表现出显着的</a:t>
            </a:r>
            <a:r>
              <a:rPr lang="zh-CN" altLang="en-US" b="1" dirty="0">
                <a:solidFill>
                  <a:srgbClr val="FF0000"/>
                </a:solidFill>
              </a:rPr>
              <a:t>动态行为</a:t>
            </a:r>
            <a:r>
              <a:rPr lang="zh-CN" altLang="en-US" dirty="0"/>
              <a:t>（</a:t>
            </a:r>
            <a:r>
              <a:rPr lang="en-US" altLang="zh-CN" dirty="0"/>
              <a:t>K/V</a:t>
            </a:r>
            <a:r>
              <a:rPr lang="zh-CN" altLang="en-US" dirty="0">
                <a:effectLst/>
              </a:rPr>
              <a:t>张量是动态增长的</a:t>
            </a:r>
            <a:r>
              <a:rPr lang="en-US" altLang="zh-CN" dirty="0">
                <a:effectLst/>
              </a:rPr>
              <a:t>KV</a:t>
            </a:r>
            <a:r>
              <a:rPr lang="zh-CN" altLang="en-US" dirty="0">
                <a:effectLst/>
              </a:rPr>
              <a:t>缓存，而静态权重和激活张量则由</a:t>
            </a:r>
            <a:r>
              <a:rPr lang="en-US" altLang="zh-CN" dirty="0">
                <a:effectLst/>
              </a:rPr>
              <a:t>frame</a:t>
            </a:r>
            <a:r>
              <a:rPr lang="zh-CN" altLang="en-US" dirty="0">
                <a:effectLst/>
              </a:rPr>
              <a:t>管理 </a:t>
            </a:r>
            <a:r>
              <a:rPr lang="en-US" altLang="zh-CN" dirty="0">
                <a:effectLst/>
                <a:sym typeface="Wingdings" panose="05000000000000000000" pitchFamily="2" charset="2"/>
              </a:rPr>
              <a:t></a:t>
            </a:r>
            <a:r>
              <a:rPr lang="zh-CN" altLang="en-US" dirty="0"/>
              <a:t>基于最大请求长度的</a:t>
            </a:r>
            <a:r>
              <a:rPr lang="en-US" altLang="zh-CN" dirty="0" err="1"/>
              <a:t>KVCache</a:t>
            </a:r>
            <a:r>
              <a:rPr lang="zh-CN" altLang="en-US" dirty="0"/>
              <a:t>静态预分配会导致严重的碎片）</a:t>
            </a:r>
            <a:endParaRPr lang="en-US" altLang="zh-CN" dirty="0"/>
          </a:p>
          <a:p>
            <a:r>
              <a:rPr lang="en-US" altLang="zh-CN" dirty="0" err="1">
                <a:effectLst/>
              </a:rPr>
              <a:t>vLLM</a:t>
            </a:r>
            <a:r>
              <a:rPr lang="zh-CN" altLang="en-US" dirty="0">
                <a:effectLst/>
              </a:rPr>
              <a:t>引入</a:t>
            </a:r>
            <a:r>
              <a:rPr lang="en-US" altLang="zh-CN" dirty="0" err="1">
                <a:effectLst/>
              </a:rPr>
              <a:t>PagedAttention</a:t>
            </a:r>
            <a:r>
              <a:rPr lang="zh-CN" altLang="en-US" dirty="0">
                <a:effectLst/>
              </a:rPr>
              <a:t>机制，缓解了内存碎片</a:t>
            </a:r>
            <a:r>
              <a:rPr lang="zh-CN" altLang="en-US" dirty="0"/>
              <a:t>，</a:t>
            </a:r>
            <a:r>
              <a:rPr lang="zh-CN" altLang="en-US" dirty="0">
                <a:effectLst/>
              </a:rPr>
              <a:t>但其方法仅限于</a:t>
            </a:r>
            <a:r>
              <a:rPr lang="en-US" altLang="zh-CN" dirty="0" err="1">
                <a:effectLst/>
              </a:rPr>
              <a:t>KVCache</a:t>
            </a:r>
            <a:r>
              <a:rPr lang="zh-CN" altLang="en-US" dirty="0">
                <a:effectLst/>
              </a:rPr>
              <a:t>，同时</a:t>
            </a:r>
            <a:r>
              <a:rPr lang="zh-CN" altLang="en-US" b="1" dirty="0">
                <a:solidFill>
                  <a:srgbClr val="FF0000"/>
                </a:solidFill>
                <a:effectLst/>
              </a:rPr>
              <a:t>隔离激活内存分配</a:t>
            </a:r>
            <a:endParaRPr lang="zh-CN" altLang="en-US" b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A154C-671D-B90F-B414-80B40EB7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886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6A556-09D0-0CD4-7728-340CCA29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257CB-283B-23A6-78EE-56082BB78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Memory</a:t>
            </a:r>
            <a:r>
              <a:rPr lang="zh-CN" altLang="en-US" dirty="0"/>
              <a:t>的动态性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2ECBBB-F0D9-7116-60EB-E3E1B1AF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37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E6911B-0352-4DD2-F2CB-09F88D31C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742693"/>
            <a:ext cx="3692795" cy="3099206"/>
          </a:xfrm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请求长度的变化实质上影响张量的内存占用（与</a:t>
            </a:r>
            <a:r>
              <a:rPr lang="en-US" altLang="zh-CN" dirty="0">
                <a:effectLst/>
              </a:rPr>
              <a:t>2K</a:t>
            </a:r>
            <a:r>
              <a:rPr lang="zh-CN" altLang="en-US" dirty="0">
                <a:effectLst/>
              </a:rPr>
              <a:t>输入相比，</a:t>
            </a:r>
            <a:r>
              <a:rPr lang="en-US" altLang="zh-CN" dirty="0">
                <a:effectLst/>
              </a:rPr>
              <a:t>262K</a:t>
            </a:r>
            <a:r>
              <a:rPr lang="zh-CN" altLang="en-US" dirty="0">
                <a:effectLst/>
              </a:rPr>
              <a:t>输入的</a:t>
            </a:r>
            <a:r>
              <a:rPr lang="en-US" altLang="zh-CN" dirty="0">
                <a:effectLst/>
              </a:rPr>
              <a:t>LLaMA-3-8b</a:t>
            </a:r>
            <a:r>
              <a:rPr lang="zh-CN" altLang="en-US" dirty="0">
                <a:effectLst/>
              </a:rPr>
              <a:t>在</a:t>
            </a:r>
            <a:r>
              <a:rPr lang="en-US" altLang="zh-CN" dirty="0">
                <a:effectLst/>
              </a:rPr>
              <a:t>prefill</a:t>
            </a:r>
            <a:r>
              <a:rPr lang="zh-CN" altLang="en-US" dirty="0">
                <a:effectLst/>
              </a:rPr>
              <a:t>阶段使用了更大比例的</a:t>
            </a:r>
            <a:r>
              <a:rPr lang="en-US" altLang="zh-CN" dirty="0">
                <a:effectLst/>
              </a:rPr>
              <a:t>activation</a:t>
            </a:r>
            <a:r>
              <a:rPr lang="zh-CN" altLang="en-US" dirty="0">
                <a:effectLst/>
              </a:rPr>
              <a:t>张量）</a:t>
            </a:r>
            <a:endParaRPr lang="en-US" altLang="zh-CN" dirty="0">
              <a:effectLst/>
            </a:endParaRPr>
          </a:p>
        </p:txBody>
      </p:sp>
      <p:pic>
        <p:nvPicPr>
          <p:cNvPr id="1026" name="Picture 2" descr="Refer to caption">
            <a:extLst>
              <a:ext uri="{FF2B5EF4-FFF2-40B4-BE49-F238E27FC236}">
                <a16:creationId xmlns:a16="http://schemas.microsoft.com/office/drawing/2014/main" id="{2836FB26-BA10-FA47-58CC-A78BFE522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21"/>
          <a:stretch>
            <a:fillRect/>
          </a:stretch>
        </p:blipFill>
        <p:spPr bwMode="auto">
          <a:xfrm>
            <a:off x="4172220" y="622190"/>
            <a:ext cx="7540355" cy="33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D1536A-FFE5-4E72-A9AD-E870AA10A6E2}"/>
              </a:ext>
            </a:extLst>
          </p:cNvPr>
          <p:cNvSpPr txBox="1"/>
          <p:nvPr/>
        </p:nvSpPr>
        <p:spPr>
          <a:xfrm>
            <a:off x="479425" y="4277017"/>
            <a:ext cx="11233150" cy="1771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/>
              <a:t>推理阶段的变化会导致激活使用的显著波动（</a:t>
            </a:r>
            <a:r>
              <a:rPr lang="en-US" altLang="zh-CN" sz="2800" dirty="0"/>
              <a:t>262K</a:t>
            </a:r>
            <a:r>
              <a:rPr lang="zh-CN" altLang="en-US" sz="2800" dirty="0"/>
              <a:t>输入的</a:t>
            </a:r>
            <a:r>
              <a:rPr lang="en-US" altLang="zh-CN" sz="2800" dirty="0"/>
              <a:t>LLaMA3-8b</a:t>
            </a:r>
            <a:r>
              <a:rPr lang="zh-CN" altLang="en-US" sz="2800" dirty="0"/>
              <a:t>在从</a:t>
            </a:r>
            <a:r>
              <a:rPr lang="en-US" altLang="zh-CN" sz="2800" dirty="0"/>
              <a:t>prefill</a:t>
            </a:r>
            <a:r>
              <a:rPr lang="zh-CN" altLang="en-US" sz="2800" dirty="0"/>
              <a:t>过渡到</a:t>
            </a:r>
            <a:r>
              <a:rPr lang="en-US" altLang="zh-CN" sz="2800" dirty="0"/>
              <a:t>decode</a:t>
            </a:r>
            <a:r>
              <a:rPr lang="zh-CN" altLang="en-US" sz="2800" dirty="0"/>
              <a:t>时，激活比例从</a:t>
            </a:r>
            <a:r>
              <a:rPr lang="en-US" altLang="zh-CN" sz="2800" dirty="0"/>
              <a:t>40%</a:t>
            </a:r>
            <a:r>
              <a:rPr lang="zh-CN" altLang="en-US" sz="2800" dirty="0"/>
              <a:t>下降到</a:t>
            </a:r>
            <a:r>
              <a:rPr lang="en-US" altLang="zh-CN" sz="2800" dirty="0"/>
              <a:t>10%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/>
              <a:t>最近的模型架构专注于</a:t>
            </a:r>
            <a:r>
              <a:rPr lang="en-US" altLang="zh-CN" sz="2800" dirty="0"/>
              <a:t>KV</a:t>
            </a:r>
            <a:r>
              <a:rPr lang="zh-CN" altLang="en-US" sz="2800" dirty="0"/>
              <a:t>缓存压缩（</a:t>
            </a:r>
            <a:r>
              <a:rPr lang="en-US" altLang="zh-CN" sz="2800" dirty="0"/>
              <a:t>Jamba</a:t>
            </a:r>
            <a:r>
              <a:rPr lang="zh-CN" altLang="en-US" sz="2800" dirty="0"/>
              <a:t>的</a:t>
            </a:r>
            <a:r>
              <a:rPr lang="en-US" altLang="zh-CN" sz="2800" dirty="0" err="1"/>
              <a:t>KVCache</a:t>
            </a:r>
            <a:r>
              <a:rPr lang="zh-CN" altLang="en-US" sz="2800" dirty="0"/>
              <a:t>仅占</a:t>
            </a:r>
            <a:r>
              <a:rPr lang="en-US" altLang="zh-CN" sz="2800" dirty="0"/>
              <a:t>19%</a:t>
            </a:r>
            <a:r>
              <a:rPr lang="zh-CN" altLang="en-US" sz="2800" dirty="0"/>
              <a:t>，表明瓶颈已经从以</a:t>
            </a:r>
            <a:r>
              <a:rPr lang="en-US" altLang="zh-CN" sz="2800" dirty="0" err="1"/>
              <a:t>KVCache</a:t>
            </a:r>
            <a:r>
              <a:rPr lang="zh-CN" altLang="en-US" sz="2800" dirty="0"/>
              <a:t>为中心转变为包含所有动态张量）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BE5F6C-7A36-988B-F53F-C7D317407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53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15A5B-88BF-2484-57F0-BE76E1AA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4781"/>
            <a:ext cx="10515600" cy="5312182"/>
          </a:xfrm>
        </p:spPr>
        <p:txBody>
          <a:bodyPr/>
          <a:lstStyle/>
          <a:p>
            <a:r>
              <a:rPr lang="zh-CN" altLang="en-US" dirty="0"/>
              <a:t>请求长度的变化：</a:t>
            </a:r>
            <a:r>
              <a:rPr lang="zh-CN" altLang="en-US" dirty="0">
                <a:effectLst/>
              </a:rPr>
              <a:t>在相同的架构中，将上下文长度从</a:t>
            </a:r>
            <a:r>
              <a:rPr lang="en-US" altLang="zh-CN" dirty="0">
                <a:effectLst/>
              </a:rPr>
              <a:t>2K</a:t>
            </a:r>
            <a:r>
              <a:rPr lang="zh-CN" altLang="en-US" dirty="0">
                <a:effectLst/>
              </a:rPr>
              <a:t>扩展到</a:t>
            </a:r>
            <a:r>
              <a:rPr lang="en-US" altLang="zh-CN" dirty="0">
                <a:effectLst/>
              </a:rPr>
              <a:t>200K</a:t>
            </a:r>
            <a:r>
              <a:rPr lang="zh-CN" altLang="en-US" dirty="0">
                <a:effectLst/>
              </a:rPr>
              <a:t>会导致激活空间从</a:t>
            </a:r>
            <a:r>
              <a:rPr lang="en-US" altLang="zh-CN" dirty="0">
                <a:effectLst/>
              </a:rPr>
              <a:t>0.3%</a:t>
            </a:r>
            <a:r>
              <a:rPr lang="zh-CN" altLang="en-US" dirty="0">
                <a:effectLst/>
              </a:rPr>
              <a:t>上升到</a:t>
            </a:r>
            <a:r>
              <a:rPr lang="en-US" altLang="zh-CN" dirty="0">
                <a:effectLst/>
              </a:rPr>
              <a:t>30.8%</a:t>
            </a:r>
            <a:r>
              <a:rPr lang="zh-CN" altLang="en-US" dirty="0">
                <a:effectLst/>
              </a:rPr>
              <a:t>，而</a:t>
            </a:r>
            <a:r>
              <a:rPr lang="en-US" altLang="zh-CN" dirty="0" err="1">
                <a:effectLst/>
              </a:rPr>
              <a:t>KVCache</a:t>
            </a:r>
            <a:r>
              <a:rPr lang="zh-CN" altLang="en-US" dirty="0">
                <a:effectLst/>
              </a:rPr>
              <a:t>的空间优势从</a:t>
            </a:r>
            <a:r>
              <a:rPr lang="en-US" altLang="zh-CN" dirty="0">
                <a:effectLst/>
              </a:rPr>
              <a:t>89.6%</a:t>
            </a:r>
            <a:r>
              <a:rPr lang="zh-CN" altLang="en-US" dirty="0">
                <a:effectLst/>
              </a:rPr>
              <a:t>下降到</a:t>
            </a:r>
            <a:r>
              <a:rPr lang="en-US" altLang="zh-CN" dirty="0">
                <a:effectLst/>
              </a:rPr>
              <a:t>59.1%</a:t>
            </a:r>
            <a:endParaRPr lang="zh-CN" altLang="en-US" dirty="0"/>
          </a:p>
        </p:txBody>
      </p:sp>
      <p:pic>
        <p:nvPicPr>
          <p:cNvPr id="4098" name="Picture 2" descr="Refer to caption">
            <a:extLst>
              <a:ext uri="{FF2B5EF4-FFF2-40B4-BE49-F238E27FC236}">
                <a16:creationId xmlns:a16="http://schemas.microsoft.com/office/drawing/2014/main" id="{A88832B2-C29C-2ECE-FFEB-97053523D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886" y="2490301"/>
            <a:ext cx="6544228" cy="368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56A10D-AFEF-8F72-FE55-B1535BFF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E80166-CD64-2320-4150-C7291137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61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B61E-9AF5-3E11-668F-AAC3CD18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9B6BDC-51A8-F217-5FE0-8C7776D6C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7572"/>
            <a:ext cx="10515600" cy="5489391"/>
          </a:xfrm>
        </p:spPr>
        <p:txBody>
          <a:bodyPr/>
          <a:lstStyle/>
          <a:p>
            <a:r>
              <a:rPr lang="zh-CN" altLang="en-US" dirty="0"/>
              <a:t>模型架构创新：</a:t>
            </a:r>
            <a:r>
              <a:rPr lang="en-US" altLang="zh-CN" dirty="0">
                <a:effectLst/>
              </a:rPr>
              <a:t>GQA/MLA/Jamba</a:t>
            </a:r>
            <a:r>
              <a:rPr lang="zh-CN" altLang="en-US" dirty="0">
                <a:effectLst/>
              </a:rPr>
              <a:t>等</a:t>
            </a:r>
            <a:r>
              <a:rPr lang="zh-CN" altLang="en-US" dirty="0"/>
              <a:t>通过高效的</a:t>
            </a:r>
            <a:r>
              <a:rPr lang="en-US" altLang="zh-CN" dirty="0" err="1"/>
              <a:t>KVCache</a:t>
            </a:r>
            <a:r>
              <a:rPr lang="zh-CN" altLang="en-US" dirty="0"/>
              <a:t>减轻了长上下文内存压力（</a:t>
            </a:r>
            <a:r>
              <a:rPr lang="en-US" altLang="zh-CN" dirty="0"/>
              <a:t>MPT-30B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GPU</a:t>
            </a:r>
            <a:r>
              <a:rPr lang="zh-CN" altLang="en-US" dirty="0"/>
              <a:t>）、</a:t>
            </a:r>
            <a:r>
              <a:rPr lang="en-US" altLang="zh-CN" dirty="0"/>
              <a:t>Yi-34B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GPU</a:t>
            </a:r>
            <a:r>
              <a:rPr lang="zh-CN" altLang="en-US" dirty="0"/>
              <a:t>）、</a:t>
            </a:r>
            <a:r>
              <a:rPr lang="en-US" altLang="zh-CN" dirty="0"/>
              <a:t>Jamba-52B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GPU</a:t>
            </a:r>
            <a:r>
              <a:rPr lang="zh-CN" altLang="en-US" dirty="0"/>
              <a:t>））</a:t>
            </a:r>
            <a:endParaRPr lang="en-US" altLang="zh-CN" dirty="0"/>
          </a:p>
          <a:p>
            <a:r>
              <a:rPr lang="zh-CN" altLang="en-US" dirty="0"/>
              <a:t>扩展上下文长度</a:t>
            </a:r>
            <a:r>
              <a:rPr lang="en-US" altLang="zh-CN" dirty="0"/>
              <a:t>—</a:t>
            </a:r>
            <a:r>
              <a:rPr lang="zh-CN" altLang="en-US" dirty="0"/>
              <a:t>架构创新之间的相互作用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内存组成的转变加剧</a:t>
            </a:r>
          </a:p>
        </p:txBody>
      </p:sp>
      <p:pic>
        <p:nvPicPr>
          <p:cNvPr id="4098" name="Picture 2" descr="Refer to caption">
            <a:extLst>
              <a:ext uri="{FF2B5EF4-FFF2-40B4-BE49-F238E27FC236}">
                <a16:creationId xmlns:a16="http://schemas.microsoft.com/office/drawing/2014/main" id="{47F19A3D-3617-58B3-C822-0614FE023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798" y="2792819"/>
            <a:ext cx="6448403" cy="363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E7E456-FCF1-87C7-8CCC-07C341FA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1996965-4DF4-EDA7-34D3-F4F6EDCA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854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07819D-AAEB-0537-4798-1A5745E4E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4370"/>
            <a:ext cx="10515600" cy="5422593"/>
          </a:xfrm>
        </p:spPr>
        <p:txBody>
          <a:bodyPr/>
          <a:lstStyle/>
          <a:p>
            <a:r>
              <a:rPr lang="zh-CN" altLang="en-US" dirty="0"/>
              <a:t>上下文窗口的扩展、前缀缓存：显着增加了保留的</a:t>
            </a:r>
            <a:r>
              <a:rPr lang="en-US" altLang="zh-CN" dirty="0" err="1"/>
              <a:t>KVCache</a:t>
            </a:r>
            <a:endParaRPr lang="en-US" altLang="zh-CN" dirty="0"/>
          </a:p>
          <a:p>
            <a:r>
              <a:rPr lang="zh-CN" altLang="en-US" dirty="0"/>
              <a:t>可用的</a:t>
            </a:r>
            <a:r>
              <a:rPr lang="en-US" altLang="zh-CN" dirty="0" err="1"/>
              <a:t>KVCache</a:t>
            </a:r>
            <a:r>
              <a:rPr lang="zh-CN" altLang="en-US" dirty="0"/>
              <a:t>空间却矛盾地减少了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5488A-0BFE-B0B2-FBA0-FCFEC8EF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Picture 2" descr="Refer to caption">
            <a:extLst>
              <a:ext uri="{FF2B5EF4-FFF2-40B4-BE49-F238E27FC236}">
                <a16:creationId xmlns:a16="http://schemas.microsoft.com/office/drawing/2014/main" id="{04F58D4E-FE81-B893-EF3D-3FEA128F4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692" y="2016874"/>
            <a:ext cx="7098616" cy="399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881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0D3A5-EC10-C699-453F-E1EAC320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A1C38-0D0E-CA84-0F21-723ADD4B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21841C-2B8D-FEBF-5692-84E546732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4A3A77-FBC9-F981-F845-30F7A396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07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6031C-E707-64B5-CF61-6D8A6B81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ED9290-CDD0-7D04-15A9-CCB12C413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749"/>
            <a:ext cx="10515600" cy="5475214"/>
          </a:xfrm>
        </p:spPr>
        <p:txBody>
          <a:bodyPr/>
          <a:lstStyle/>
          <a:p>
            <a:r>
              <a:rPr lang="zh-CN" altLang="en-US" dirty="0">
                <a:effectLst/>
              </a:rPr>
              <a:t>早期系统为张量分配固定大小的物理连续内存块</a:t>
            </a: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KV</a:t>
            </a:r>
            <a:r>
              <a:rPr lang="zh-CN" altLang="en-US" dirty="0">
                <a:effectLst/>
              </a:rPr>
              <a:t>缓存具有独特的内存模式（动态扩展</a:t>
            </a:r>
            <a:r>
              <a:rPr lang="zh-CN" altLang="en-US" dirty="0"/>
              <a:t>、</a:t>
            </a:r>
            <a:r>
              <a:rPr lang="zh-CN" altLang="en-US" dirty="0">
                <a:effectLst/>
              </a:rPr>
              <a:t>不可预测的生命周期和序列长度）</a:t>
            </a:r>
            <a:endParaRPr lang="en-US" altLang="zh-CN" dirty="0">
              <a:effectLst/>
            </a:endParaRPr>
          </a:p>
          <a:p>
            <a:r>
              <a:rPr lang="zh-CN" altLang="en-US" dirty="0"/>
              <a:t>导致</a:t>
            </a:r>
            <a:r>
              <a:rPr lang="zh-CN" altLang="en-US" dirty="0">
                <a:effectLst/>
              </a:rPr>
              <a:t>严重的</a:t>
            </a:r>
            <a:r>
              <a:rPr lang="zh-CN" altLang="en-US" dirty="0"/>
              <a:t>内存碎片</a:t>
            </a:r>
          </a:p>
        </p:txBody>
      </p:sp>
      <p:pic>
        <p:nvPicPr>
          <p:cNvPr id="2050" name="Picture 2" descr="Refer to caption">
            <a:extLst>
              <a:ext uri="{FF2B5EF4-FFF2-40B4-BE49-F238E27FC236}">
                <a16:creationId xmlns:a16="http://schemas.microsoft.com/office/drawing/2014/main" id="{776B9702-DDFE-4193-4F4F-78B0D1BDE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9303"/>
            <a:ext cx="12192000" cy="359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DD58CE-5008-0187-4421-3331F7A7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95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AC90-2FFC-FBD2-8098-0D5A6D13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414F3-8250-64B7-73BA-207AC988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5A0B0A-A28B-036C-F9FA-240E8AF04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749"/>
            <a:ext cx="10515600" cy="5475214"/>
          </a:xfrm>
        </p:spPr>
        <p:txBody>
          <a:bodyPr/>
          <a:lstStyle/>
          <a:p>
            <a:r>
              <a:rPr lang="en-US" altLang="zh-CN" dirty="0" err="1">
                <a:effectLst/>
              </a:rPr>
              <a:t>vLLM</a:t>
            </a:r>
            <a:r>
              <a:rPr lang="zh-CN" altLang="en-US" dirty="0"/>
              <a:t>的</a:t>
            </a:r>
            <a:r>
              <a:rPr lang="en-US" altLang="zh-CN" dirty="0" err="1">
                <a:effectLst/>
              </a:rPr>
              <a:t>PagedAttention</a:t>
            </a:r>
            <a:r>
              <a:rPr lang="zh-CN" altLang="en-US" dirty="0">
                <a:effectLst/>
              </a:rPr>
              <a:t>引入了专门针对</a:t>
            </a:r>
            <a:r>
              <a:rPr lang="en-US" altLang="zh-CN" dirty="0" err="1">
                <a:effectLst/>
              </a:rPr>
              <a:t>KVCache</a:t>
            </a:r>
            <a:r>
              <a:rPr lang="zh-CN" altLang="en-US" dirty="0">
                <a:effectLst/>
              </a:rPr>
              <a:t>的虚拟化抽象，通过页表机制进行管理，消除了连续内存分配的要求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激活和参数部分使用的显存根据模型的最大请求长度预先分配，剩余的内存被组织成预先配置的</a:t>
            </a:r>
            <a:r>
              <a:rPr lang="en-US" altLang="zh-CN" dirty="0">
                <a:effectLst/>
              </a:rPr>
              <a:t>KV</a:t>
            </a:r>
            <a:r>
              <a:rPr lang="zh-CN" altLang="en-US" dirty="0">
                <a:effectLst/>
              </a:rPr>
              <a:t>块</a:t>
            </a:r>
            <a:endParaRPr lang="en-US" altLang="zh-CN" dirty="0">
              <a:effectLst/>
            </a:endParaRPr>
          </a:p>
        </p:txBody>
      </p:sp>
      <p:pic>
        <p:nvPicPr>
          <p:cNvPr id="2050" name="Picture 2" descr="Refer to caption">
            <a:extLst>
              <a:ext uri="{FF2B5EF4-FFF2-40B4-BE49-F238E27FC236}">
                <a16:creationId xmlns:a16="http://schemas.microsoft.com/office/drawing/2014/main" id="{AC933FE4-50EA-44D9-0041-2A71D799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9303"/>
            <a:ext cx="12099851" cy="359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B23916-92DF-242A-F183-4F6EFBD3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674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1218-8CC0-9308-0A4D-511E2B5A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EA1B0-FD40-E35F-7737-B96280E6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BDED3-B9F5-16C1-D8F8-D0E6EAFF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GPU</a:t>
            </a:r>
            <a:r>
              <a:rPr lang="zh-CN" altLang="en-US" dirty="0"/>
              <a:t>内存利用率低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6514F-87D9-5811-1BF4-3BD63D32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83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829BA-5CB1-6CE8-9676-A596F13B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97FE5-B329-CA71-2A42-0D7F55097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6"/>
            <a:ext cx="10515600" cy="5811838"/>
          </a:xfrm>
        </p:spPr>
        <p:txBody>
          <a:bodyPr/>
          <a:lstStyle/>
          <a:p>
            <a:r>
              <a:rPr lang="zh-CN" altLang="en-US" dirty="0"/>
              <a:t>未充分利用的激活空间：</a:t>
            </a:r>
            <a:r>
              <a:rPr lang="en-US" altLang="zh-CN" dirty="0"/>
              <a:t>LLaMA3-8B</a:t>
            </a:r>
            <a:r>
              <a:rPr lang="zh-CN" altLang="en-US" dirty="0"/>
              <a:t>、上下文长度</a:t>
            </a:r>
            <a:r>
              <a:rPr lang="en-US" altLang="zh-CN" dirty="0"/>
              <a:t>262K</a:t>
            </a:r>
            <a:r>
              <a:rPr lang="zh-CN" altLang="en-US" dirty="0"/>
              <a:t>、输入长度</a:t>
            </a:r>
            <a:r>
              <a:rPr lang="en-US" altLang="zh-CN" dirty="0"/>
              <a:t>2K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Prefill</a:t>
            </a:r>
            <a:r>
              <a:rPr lang="zh-CN" altLang="en-US" dirty="0"/>
              <a:t>阶段只有</a:t>
            </a:r>
            <a:r>
              <a:rPr lang="en-US" altLang="zh-CN" dirty="0"/>
              <a:t>35%</a:t>
            </a:r>
            <a:r>
              <a:rPr lang="zh-CN" altLang="en-US" dirty="0"/>
              <a:t>的分配激活内存处于活动状态，剩下</a:t>
            </a:r>
            <a:r>
              <a:rPr lang="en-US" altLang="zh-CN" dirty="0"/>
              <a:t>65%</a:t>
            </a:r>
            <a:r>
              <a:rPr lang="zh-CN" altLang="en-US" dirty="0"/>
              <a:t>的空闲状态；</a:t>
            </a:r>
            <a:r>
              <a:rPr lang="en-US" altLang="zh-CN" dirty="0"/>
              <a:t>Decode</a:t>
            </a:r>
            <a:r>
              <a:rPr lang="zh-CN" altLang="en-US" dirty="0"/>
              <a:t>阶段激活内存利用率进一步下降到不到</a:t>
            </a:r>
            <a:r>
              <a:rPr lang="en-US" altLang="zh-CN" dirty="0"/>
              <a:t>1%</a:t>
            </a:r>
          </a:p>
          <a:p>
            <a:r>
              <a:rPr lang="zh-CN" altLang="en-US" dirty="0"/>
              <a:t>随着</a:t>
            </a:r>
            <a:r>
              <a:rPr lang="en-US" altLang="zh-CN" dirty="0" err="1"/>
              <a:t>CoT</a:t>
            </a:r>
            <a:r>
              <a:rPr lang="zh-CN" altLang="en-US" dirty="0"/>
              <a:t>广泛采用，解码周期变得越来越长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极低的激活内存利用率主导了整个推理过程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3FFED-5CE4-6248-43AF-4ADEE996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1026" name="Picture 2" descr="Refer to caption">
            <a:extLst>
              <a:ext uri="{FF2B5EF4-FFF2-40B4-BE49-F238E27FC236}">
                <a16:creationId xmlns:a16="http://schemas.microsoft.com/office/drawing/2014/main" id="{B2564257-8F0D-6129-5620-B9C78A2D2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033" y="2996564"/>
            <a:ext cx="6117934" cy="367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63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A4D52-AAAE-0256-4426-8D7F4836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根本原因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04572C-06D0-3048-2980-66AED0946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5006"/>
            <a:ext cx="10515600" cy="4411956"/>
          </a:xfrm>
        </p:spPr>
        <p:txBody>
          <a:bodyPr/>
          <a:lstStyle/>
          <a:p>
            <a:r>
              <a:rPr lang="zh-CN" altLang="en-US" dirty="0">
                <a:effectLst/>
              </a:rPr>
              <a:t>运行时内存空间和</a:t>
            </a:r>
            <a:r>
              <a:rPr lang="en-US" altLang="zh-CN" dirty="0" err="1">
                <a:effectLst/>
              </a:rPr>
              <a:t>KVCache</a:t>
            </a:r>
            <a:r>
              <a:rPr lang="zh-CN" altLang="en-US" dirty="0">
                <a:effectLst/>
              </a:rPr>
              <a:t>空间之间的隔离</a:t>
            </a:r>
            <a:endParaRPr lang="zh-CN" altLang="en-US" dirty="0"/>
          </a:p>
        </p:txBody>
      </p:sp>
      <p:pic>
        <p:nvPicPr>
          <p:cNvPr id="4" name="Picture 2" descr="Refer to caption">
            <a:extLst>
              <a:ext uri="{FF2B5EF4-FFF2-40B4-BE49-F238E27FC236}">
                <a16:creationId xmlns:a16="http://schemas.microsoft.com/office/drawing/2014/main" id="{E3CC8E4D-C16C-FA4C-9C0D-9B6E1C7350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55" b="31473"/>
          <a:stretch>
            <a:fillRect/>
          </a:stretch>
        </p:blipFill>
        <p:spPr bwMode="auto">
          <a:xfrm>
            <a:off x="838200" y="2428648"/>
            <a:ext cx="8422675" cy="339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83CB63-50AA-D53B-184C-47FF363A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085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8D025-CFB2-37A8-1E9A-A6CEFE23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B281A-46FF-4BCE-8074-DDAA0656B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0314"/>
            <a:ext cx="10515600" cy="5496649"/>
          </a:xfrm>
        </p:spPr>
        <p:txBody>
          <a:bodyPr/>
          <a:lstStyle/>
          <a:p>
            <a:r>
              <a:rPr lang="zh-CN" altLang="en-US" dirty="0">
                <a:effectLst/>
              </a:rPr>
              <a:t>在逻辑层面，</a:t>
            </a:r>
            <a:r>
              <a:rPr lang="en-US" altLang="zh-CN" dirty="0" err="1">
                <a:effectLst/>
              </a:rPr>
              <a:t>eLLM</a:t>
            </a:r>
            <a:r>
              <a:rPr lang="zh-CN" altLang="en-US" dirty="0">
                <a:effectLst/>
              </a:rPr>
              <a:t>继续将</a:t>
            </a:r>
            <a:r>
              <a:rPr lang="en-US" altLang="zh-CN" dirty="0" err="1">
                <a:effectLst/>
              </a:rPr>
              <a:t>KVCache</a:t>
            </a:r>
            <a:r>
              <a:rPr lang="zh-CN" altLang="en-US" dirty="0">
                <a:effectLst/>
              </a:rPr>
              <a:t>和激活抽象为不同的逻辑实体，从而实现针对其不同访问模式定制的专门内存管理策略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在物理层面，</a:t>
            </a:r>
            <a:r>
              <a:rPr lang="en-US" altLang="zh-CN" dirty="0" err="1">
                <a:effectLst/>
              </a:rPr>
              <a:t>eLLM</a:t>
            </a:r>
            <a:r>
              <a:rPr lang="zh-CN" altLang="en-US" dirty="0">
                <a:effectLst/>
              </a:rPr>
              <a:t>将所有物理内存统一到一个共享池中，该池可以在</a:t>
            </a:r>
            <a:r>
              <a:rPr lang="en-US" altLang="zh-CN" dirty="0" err="1">
                <a:effectLst/>
              </a:rPr>
              <a:t>KV</a:t>
            </a:r>
            <a:r>
              <a:rPr lang="en-US" altLang="zh-CN" dirty="0" err="1"/>
              <a:t>Cache</a:t>
            </a:r>
            <a:r>
              <a:rPr lang="zh-CN" altLang="en-US" dirty="0">
                <a:effectLst/>
              </a:rPr>
              <a:t>和激活内存之间动态分配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激活和</a:t>
            </a:r>
            <a:r>
              <a:rPr lang="en-US" altLang="zh-CN" dirty="0" err="1">
                <a:effectLst/>
              </a:rPr>
              <a:t>KVCache</a:t>
            </a:r>
            <a:r>
              <a:rPr lang="zh-CN" altLang="en-US" dirty="0">
                <a:effectLst/>
              </a:rPr>
              <a:t>可以相互“借用”内存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84407E-36D6-EBF7-66AA-9B792E5494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840"/>
          <a:stretch>
            <a:fillRect/>
          </a:stretch>
        </p:blipFill>
        <p:spPr>
          <a:xfrm>
            <a:off x="838200" y="2983292"/>
            <a:ext cx="8137550" cy="319367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EBCAB-C027-596A-008D-92F7A6CC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470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04B11-72AA-36E7-4283-3D56A515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eLLM</a:t>
            </a:r>
            <a:r>
              <a:rPr lang="en-US" altLang="zh-CN" dirty="0"/>
              <a:t> 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40F3B1-D1B3-B85E-35D5-B7641FF81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eLLM</a:t>
            </a:r>
            <a:r>
              <a:rPr lang="zh-CN" altLang="en-US" dirty="0"/>
              <a:t>由三个核心组件组成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虚拟张量抽象</a:t>
            </a:r>
            <a:endParaRPr lang="en-US" altLang="zh-CN" dirty="0"/>
          </a:p>
          <a:p>
            <a:r>
              <a:rPr lang="zh-CN" altLang="en-US" dirty="0"/>
              <a:t>弹性内存机制</a:t>
            </a:r>
            <a:endParaRPr lang="en-US" altLang="zh-CN" dirty="0"/>
          </a:p>
          <a:p>
            <a:r>
              <a:rPr lang="zh-CN" altLang="en-US" dirty="0"/>
              <a:t>轻量级调度策略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B8339-5D21-F020-50DF-FCCB54DB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2050" name="Picture 2" descr="Refer to caption">
            <a:extLst>
              <a:ext uri="{FF2B5EF4-FFF2-40B4-BE49-F238E27FC236}">
                <a16:creationId xmlns:a16="http://schemas.microsoft.com/office/drawing/2014/main" id="{4A9244A9-FF6B-1F34-E677-4DFE28E7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404" y="1544896"/>
            <a:ext cx="6488544" cy="418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01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2F79A-7EA8-8DD4-51CA-7FDCCC12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5BF0F-0B1B-F6BF-E2A7-78A7BC43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Virtual Tensor Abstraction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86815-C2D6-37FD-50E2-2580D2DFF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引入两种张量类型</a:t>
            </a:r>
            <a:r>
              <a:rPr lang="en-US" altLang="zh-CN" dirty="0"/>
              <a:t>KV </a:t>
            </a:r>
            <a:r>
              <a:rPr lang="en-US" altLang="zh-CN" dirty="0" err="1"/>
              <a:t>eTensor</a:t>
            </a:r>
            <a:r>
              <a:rPr lang="en-US" altLang="zh-CN" dirty="0"/>
              <a:t> and activation </a:t>
            </a:r>
            <a:r>
              <a:rPr lang="en-US" altLang="zh-CN" dirty="0" err="1"/>
              <a:t>eTensor</a:t>
            </a:r>
            <a:r>
              <a:rPr lang="zh-CN" altLang="en-US" dirty="0"/>
              <a:t>，虚拟地址段（</a:t>
            </a:r>
            <a:r>
              <a:rPr lang="en-US" altLang="zh-CN" dirty="0"/>
              <a:t>tensor slots</a:t>
            </a:r>
            <a:r>
              <a:rPr lang="zh-CN" altLang="en-US" dirty="0"/>
              <a:t>）与物理内存块的颗粒度严格对齐</a:t>
            </a:r>
            <a:endParaRPr lang="en-US" altLang="zh-CN" dirty="0"/>
          </a:p>
          <a:p>
            <a:r>
              <a:rPr lang="en-US" altLang="zh-CN" dirty="0" err="1"/>
              <a:t>KVCache</a:t>
            </a:r>
            <a:r>
              <a:rPr lang="zh-CN" altLang="en-US" dirty="0"/>
              <a:t>是大型、规则的内存块，表现出：稳定的大小扩展、不频繁的访问模式、推理期间的持久保留，因此为每个请求预先分配等于模型上下文长度的虚拟地址空间的</a:t>
            </a:r>
            <a:r>
              <a:rPr lang="en-US" altLang="zh-CN" dirty="0"/>
              <a:t>segment</a:t>
            </a:r>
            <a:r>
              <a:rPr lang="zh-CN" altLang="en-US" dirty="0"/>
              <a:t>，物理块在实际写入期间按需分配</a:t>
            </a:r>
            <a:endParaRPr lang="en-US" altLang="zh-CN" dirty="0"/>
          </a:p>
          <a:p>
            <a:r>
              <a:rPr lang="zh-CN" altLang="en-US" dirty="0"/>
              <a:t>激活是较小的内存块，表现出：较短的寿命、较高的访问频率，因此对其分配大小不均匀（</a:t>
            </a:r>
            <a:r>
              <a:rPr lang="zh-CN" altLang="en-US" b="1" dirty="0">
                <a:solidFill>
                  <a:srgbClr val="FF0000"/>
                </a:solidFill>
              </a:rPr>
              <a:t>？存疑</a:t>
            </a:r>
            <a:r>
              <a:rPr lang="zh-CN" altLang="en-US" dirty="0"/>
              <a:t>）的虚拟地址</a:t>
            </a:r>
            <a:r>
              <a:rPr lang="en-US" altLang="zh-CN" dirty="0"/>
              <a:t>segment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C51ADB-ADE4-A61C-C08A-DD27953F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819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967B2-387C-2037-3144-B9D429E2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43833-5926-1FC5-C86C-86D811B7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Virtual Tensor Abstraction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4DAD0A-3FB1-892E-3C44-BF444AA86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KV </a:t>
            </a:r>
            <a:r>
              <a:rPr lang="en-US" altLang="zh-CN" dirty="0" err="1"/>
              <a:t>eTensor</a:t>
            </a:r>
            <a:r>
              <a:rPr lang="zh-CN" altLang="en-US" dirty="0"/>
              <a:t>池对传入请求采用最佳匹配算法，如果不存在满足要求的</a:t>
            </a:r>
            <a:r>
              <a:rPr lang="en-US" altLang="zh-CN" dirty="0"/>
              <a:t>slots</a:t>
            </a:r>
            <a:r>
              <a:rPr lang="zh-CN" altLang="en-US" dirty="0"/>
              <a:t>，才会按需映射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 err="1"/>
              <a:t>eTensor</a:t>
            </a:r>
            <a:r>
              <a:rPr lang="zh-CN" altLang="en-US" dirty="0"/>
              <a:t>实例生命周期结束时，不从物理资源池中取消映射，而是标记为已映射的可用</a:t>
            </a:r>
            <a:r>
              <a:rPr lang="en-US" altLang="zh-CN" dirty="0"/>
              <a:t>tensor slots</a:t>
            </a:r>
            <a:r>
              <a:rPr lang="zh-CN" altLang="en-US" dirty="0"/>
              <a:t>并跟踪它们的映射大小，实现高效的内存重用</a:t>
            </a:r>
            <a:endParaRPr lang="en-US" altLang="zh-CN" dirty="0"/>
          </a:p>
          <a:p>
            <a:r>
              <a:rPr lang="zh-CN" altLang="en-US" dirty="0"/>
              <a:t>所有物理块都标有其对应的</a:t>
            </a:r>
            <a:r>
              <a:rPr lang="en-US" altLang="zh-CN" dirty="0" err="1"/>
              <a:t>eTensor</a:t>
            </a:r>
            <a:r>
              <a:rPr lang="zh-CN" altLang="en-US" dirty="0"/>
              <a:t>类别，称为所有权，但它们本质上属于一个统一的物理内存池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C13F68-A6D4-00CA-8C4D-C3EA7173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858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555D-623C-C38D-6EBA-A4377447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A1512-301F-BB6B-ACB9-10347791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Elastic Memory Mechanism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68B33B-208B-5F09-6FA6-5DB5C27AF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两个层次的弹性：</a:t>
            </a:r>
            <a:endParaRPr lang="en-US" altLang="zh-CN" dirty="0"/>
          </a:p>
          <a:p>
            <a:r>
              <a:rPr lang="en-US" altLang="zh-CN" dirty="0"/>
              <a:t>intra-GPU memory inflation and deflation</a:t>
            </a:r>
            <a:r>
              <a:rPr lang="zh-CN" altLang="en-US" dirty="0"/>
              <a:t>，根据动态工作负载及时调整激活和</a:t>
            </a:r>
            <a:r>
              <a:rPr lang="en-US" altLang="zh-CN" dirty="0" err="1"/>
              <a:t>KVCache</a:t>
            </a:r>
            <a:r>
              <a:rPr lang="zh-CN" altLang="en-US" dirty="0"/>
              <a:t>的物理内存分配</a:t>
            </a:r>
            <a:endParaRPr lang="en-US" altLang="zh-CN" dirty="0"/>
          </a:p>
          <a:p>
            <a:r>
              <a:rPr lang="en-US" altLang="zh-CN" dirty="0"/>
              <a:t>GPU-CPU offloading and fetching</a:t>
            </a:r>
            <a:r>
              <a:rPr lang="zh-CN" altLang="en-US" dirty="0"/>
              <a:t>，使用</a:t>
            </a:r>
            <a:r>
              <a:rPr lang="en-US" altLang="zh-CN" dirty="0"/>
              <a:t>CPU</a:t>
            </a:r>
            <a:r>
              <a:rPr lang="zh-CN" altLang="en-US" dirty="0"/>
              <a:t>内存作为弹性缓冲区，以进一步缓解</a:t>
            </a:r>
            <a:r>
              <a:rPr lang="en-US" altLang="zh-CN" dirty="0"/>
              <a:t>GPU</a:t>
            </a:r>
            <a:r>
              <a:rPr lang="zh-CN" altLang="en-US" dirty="0"/>
              <a:t>上的内存压力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8C4E89-BCDC-34D5-D326-42631F11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044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A6096-6E97-238A-B56B-52555C28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E44D9-1624-0B77-EAA5-0FA5A27C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Inflation and Deflation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135CB1-F5E8-2D34-1555-5AA4EF9B3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膨胀触发：在</a:t>
            </a:r>
            <a:r>
              <a:rPr lang="en-US" altLang="zh-CN" dirty="0" err="1"/>
              <a:t>KVCache</a:t>
            </a:r>
            <a:r>
              <a:rPr lang="zh-CN" altLang="en-US" dirty="0"/>
              <a:t>分配时，首先验证</a:t>
            </a:r>
            <a:r>
              <a:rPr lang="en-US" altLang="zh-CN" dirty="0"/>
              <a:t>KV</a:t>
            </a:r>
            <a:r>
              <a:rPr lang="zh-CN" altLang="en-US" dirty="0"/>
              <a:t>内存池是否包含足够的物理内存块，如果不足，则向激活内存池发出借用请求</a:t>
            </a:r>
            <a:endParaRPr lang="en-US" altLang="zh-CN" dirty="0"/>
          </a:p>
          <a:p>
            <a:r>
              <a:rPr lang="zh-CN" altLang="en-US" dirty="0"/>
              <a:t>内存回收：激活内存池触发垃圾回收机制（</a:t>
            </a:r>
            <a:r>
              <a:rPr lang="en-US" altLang="zh-CN" dirty="0"/>
              <a:t>GC</a:t>
            </a:r>
            <a:r>
              <a:rPr lang="zh-CN" altLang="en-US" dirty="0"/>
              <a:t>），识别并取消映射给非激活</a:t>
            </a:r>
            <a:r>
              <a:rPr lang="en-US" altLang="zh-CN" dirty="0" err="1"/>
              <a:t>eTensor</a:t>
            </a:r>
            <a:r>
              <a:rPr lang="zh-CN" altLang="en-US" dirty="0"/>
              <a:t>对象的物理内存块</a:t>
            </a:r>
            <a:endParaRPr lang="en-US" altLang="zh-CN" dirty="0"/>
          </a:p>
          <a:p>
            <a:r>
              <a:rPr lang="zh-CN" altLang="en-US" dirty="0"/>
              <a:t>所有权转移：回收的块在逻辑上从</a:t>
            </a:r>
            <a:r>
              <a:rPr lang="en-US" altLang="zh-CN" dirty="0"/>
              <a:t>KV</a:t>
            </a:r>
            <a:r>
              <a:rPr lang="zh-CN" altLang="en-US" dirty="0"/>
              <a:t>内存池迁移到激活内存池</a:t>
            </a:r>
            <a:endParaRPr lang="en-US" altLang="zh-CN" dirty="0"/>
          </a:p>
          <a:p>
            <a:r>
              <a:rPr lang="zh-CN" altLang="en-US" dirty="0"/>
              <a:t>按需重映射： </a:t>
            </a:r>
            <a:r>
              <a:rPr lang="en-US" altLang="zh-CN" dirty="0"/>
              <a:t>GPU</a:t>
            </a:r>
            <a:r>
              <a:rPr lang="zh-CN" altLang="en-US" dirty="0"/>
              <a:t> </a:t>
            </a:r>
            <a:r>
              <a:rPr lang="en-US" altLang="zh-CN" dirty="0"/>
              <a:t>VMM</a:t>
            </a:r>
            <a:r>
              <a:rPr lang="zh-CN" altLang="en-US" dirty="0"/>
              <a:t>将这些块动态映射到目标</a:t>
            </a:r>
            <a:r>
              <a:rPr lang="en-US" altLang="zh-CN" dirty="0"/>
              <a:t>KV </a:t>
            </a:r>
            <a:r>
              <a:rPr lang="en-US" altLang="zh-CN" dirty="0" err="1"/>
              <a:t>eTensors</a:t>
            </a:r>
            <a:r>
              <a:rPr lang="zh-CN" altLang="en-US" dirty="0"/>
              <a:t>的虚拟地址空间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15445-E63D-27A4-CF1E-D102E34F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387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E5134F-8CC4-3D0E-F09D-0A200736D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） </a:t>
            </a:r>
            <a:r>
              <a:rPr lang="en-US" altLang="zh-CN" dirty="0" err="1"/>
              <a:t>KVCache</a:t>
            </a:r>
            <a:r>
              <a:rPr lang="zh-CN" altLang="en-US" dirty="0"/>
              <a:t>空间不足，无法立即处理新到达的请求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）内存膨胀，</a:t>
            </a:r>
            <a:r>
              <a:rPr lang="en-US" altLang="zh-CN" dirty="0" err="1"/>
              <a:t>eLLM</a:t>
            </a:r>
            <a:r>
              <a:rPr lang="zh-CN" altLang="en-US" dirty="0"/>
              <a:t>借用空闲激活块来及时处理</a:t>
            </a:r>
            <a:r>
              <a:rPr lang="en-US" altLang="zh-CN" dirty="0"/>
              <a:t>Prefill</a:t>
            </a:r>
            <a:r>
              <a:rPr lang="zh-CN" altLang="en-US" dirty="0"/>
              <a:t>请求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）解码阶段的</a:t>
            </a:r>
            <a:r>
              <a:rPr lang="en-US" altLang="zh-CN" dirty="0"/>
              <a:t>memory-bound</a:t>
            </a:r>
            <a:r>
              <a:rPr lang="zh-CN" altLang="en-US" dirty="0"/>
              <a:t>性质，通过内存膨胀，</a:t>
            </a:r>
            <a:r>
              <a:rPr lang="en-US" altLang="zh-CN" dirty="0" err="1"/>
              <a:t>eLLM</a:t>
            </a:r>
            <a:r>
              <a:rPr lang="zh-CN" altLang="en-US" dirty="0"/>
              <a:t>即使在高内存压力下也能实现更大的批处理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d</a:t>
            </a:r>
            <a:r>
              <a:rPr lang="zh-CN" altLang="en-US" dirty="0"/>
              <a:t>）内存收缩，</a:t>
            </a:r>
            <a:r>
              <a:rPr lang="en-US" altLang="zh-CN" dirty="0"/>
              <a:t> </a:t>
            </a:r>
            <a:r>
              <a:rPr lang="en-US" altLang="zh-CN" dirty="0" err="1"/>
              <a:t>eLLM</a:t>
            </a:r>
            <a:r>
              <a:rPr lang="zh-CN" altLang="en-US" dirty="0"/>
              <a:t>返还借用的内存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51DAC4-A3FB-122E-2989-35DF16E0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0D9065-297D-90BF-739E-5AC0CC7E8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8672"/>
            <a:ext cx="9978503" cy="355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76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8008-0DBC-87E4-6BFA-FADA8487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BBA17-79DE-5473-2244-9ADF56F9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Inflation and Deflation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5400B-549D-5ECA-5206-9FD59DDDE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eLLM</a:t>
            </a:r>
            <a:r>
              <a:rPr lang="zh-CN" altLang="en-US" dirty="0"/>
              <a:t>在</a:t>
            </a:r>
            <a:r>
              <a:rPr lang="en-US" altLang="zh-CN" dirty="0"/>
              <a:t>prefill</a:t>
            </a:r>
            <a:r>
              <a:rPr lang="zh-CN" altLang="en-US" dirty="0"/>
              <a:t>阶段主动卸载</a:t>
            </a:r>
            <a:r>
              <a:rPr lang="en-US" altLang="zh-CN" dirty="0" err="1"/>
              <a:t>KVCache</a:t>
            </a:r>
            <a:r>
              <a:rPr lang="zh-CN" altLang="en-US" dirty="0"/>
              <a:t>，以将部分请求卸载到</a:t>
            </a:r>
            <a:r>
              <a:rPr lang="en-US" altLang="zh-CN" dirty="0"/>
              <a:t>CPU DRAM</a:t>
            </a:r>
          </a:p>
          <a:p>
            <a:r>
              <a:rPr lang="zh-CN" altLang="en-US" dirty="0"/>
              <a:t>主动卸载不立即需要（</a:t>
            </a:r>
            <a:r>
              <a:rPr lang="zh-CN" altLang="en-US" b="1" dirty="0">
                <a:solidFill>
                  <a:srgbClr val="FF0000"/>
                </a:solidFill>
              </a:rPr>
              <a:t>？存疑</a:t>
            </a:r>
            <a:r>
              <a:rPr lang="zh-CN" altLang="en-US" dirty="0"/>
              <a:t>）的</a:t>
            </a:r>
            <a:r>
              <a:rPr lang="en-US" altLang="zh-CN" dirty="0" err="1"/>
              <a:t>KVCache</a:t>
            </a:r>
            <a:r>
              <a:rPr lang="zh-CN" altLang="en-US" dirty="0"/>
              <a:t>，只有在相应请求的解码执行时才取回</a:t>
            </a:r>
            <a:endParaRPr lang="en-US" altLang="zh-CN" dirty="0"/>
          </a:p>
          <a:p>
            <a:r>
              <a:rPr lang="zh-CN" altLang="en-US" dirty="0"/>
              <a:t>卸载异步进行，卸载开销可以被计算完全隐藏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F305FE-2AC3-4795-263B-131C1CC3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54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DBB79-D84B-B690-8B4F-CC475DEB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A68650-49C5-3E26-9232-6F235FBD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Lightweight Scheduling Strategy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0E4A71-CB04-1862-70E2-25ED25421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简单的启发式方法，仅依靠元数据更新和二进制决策来最大限度地提高内存利用率</a:t>
            </a:r>
            <a:endParaRPr lang="en-US" altLang="zh-CN" dirty="0"/>
          </a:p>
          <a:p>
            <a:r>
              <a:rPr lang="zh-CN" altLang="en-US" dirty="0"/>
              <a:t>为了避免死锁，当前迭代所需的所有</a:t>
            </a:r>
            <a:r>
              <a:rPr lang="en-US" altLang="zh-CN" dirty="0" err="1"/>
              <a:t>KVCache</a:t>
            </a:r>
            <a:r>
              <a:rPr lang="zh-CN" altLang="en-US" dirty="0"/>
              <a:t>和激活的内存资源必须同时分配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Prefill</a:t>
            </a:r>
            <a:r>
              <a:rPr lang="zh-CN" altLang="en-US" dirty="0"/>
              <a:t>阶段：需要大量激活和</a:t>
            </a:r>
            <a:r>
              <a:rPr lang="en-US" altLang="zh-CN" dirty="0" err="1"/>
              <a:t>KVCache</a:t>
            </a:r>
            <a:r>
              <a:rPr lang="zh-CN" altLang="en-US" dirty="0"/>
              <a:t>内存资源，将</a:t>
            </a:r>
            <a:r>
              <a:rPr lang="en-US" altLang="zh-CN" dirty="0" err="1"/>
              <a:t>KVCache</a:t>
            </a:r>
            <a:r>
              <a:rPr lang="zh-CN" altLang="en-US" dirty="0"/>
              <a:t>卸载到</a:t>
            </a:r>
            <a:r>
              <a:rPr lang="en-US" altLang="zh-CN" dirty="0"/>
              <a:t>CPU</a:t>
            </a:r>
            <a:r>
              <a:rPr lang="zh-CN" altLang="en-US" dirty="0"/>
              <a:t>缓冲区，从而降低</a:t>
            </a:r>
            <a:r>
              <a:rPr lang="en-US" altLang="zh-CN" dirty="0"/>
              <a:t>GPU</a:t>
            </a:r>
            <a:r>
              <a:rPr lang="zh-CN" altLang="en-US" dirty="0"/>
              <a:t>内存压力</a:t>
            </a:r>
            <a:endParaRPr lang="en-US" altLang="zh-CN" dirty="0"/>
          </a:p>
          <a:p>
            <a:r>
              <a:rPr lang="en-US" altLang="zh-CN" dirty="0"/>
              <a:t>Decoding</a:t>
            </a:r>
            <a:r>
              <a:rPr lang="zh-CN" altLang="en-US" dirty="0"/>
              <a:t>阶段：激活内存需求小，将</a:t>
            </a:r>
            <a:r>
              <a:rPr lang="en-US" altLang="zh-CN" dirty="0" err="1"/>
              <a:t>KVCache</a:t>
            </a:r>
            <a:r>
              <a:rPr lang="zh-CN" altLang="en-US" dirty="0"/>
              <a:t>取回</a:t>
            </a:r>
            <a:r>
              <a:rPr lang="en-US" altLang="zh-CN" dirty="0"/>
              <a:t>GPU</a:t>
            </a:r>
            <a:r>
              <a:rPr lang="zh-CN" altLang="en-US" dirty="0"/>
              <a:t>内存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63D1F9-7F55-1636-7C33-D8722BD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241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3B200-EF60-4406-D8B8-E0D7E13D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57DEB-9C1F-0C94-8D53-5E9A29BC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SLO-aware Buffer Scaling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7EBA8-D319-DAF8-3AB2-A99216588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LLM</a:t>
            </a:r>
            <a:r>
              <a:rPr lang="zh-CN" altLang="en-US" dirty="0"/>
              <a:t>的动态工作负载，固定大小的缓冲区不是最佳的</a:t>
            </a:r>
            <a:endParaRPr lang="en-US" altLang="zh-CN" dirty="0"/>
          </a:p>
          <a:p>
            <a:r>
              <a:rPr lang="en-US" altLang="zh-CN" dirty="0" err="1"/>
              <a:t>eLLM</a:t>
            </a:r>
            <a:r>
              <a:rPr lang="zh-CN" altLang="en-US" dirty="0"/>
              <a:t>引入了逻辑缓冲区，在固定容量内动态调整实际可用大小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0B4B18-971A-4167-E671-78FB6B4B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BA6BEB-5A73-7279-8A99-B64989692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810" y="3048238"/>
            <a:ext cx="6076380" cy="33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08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479F-3224-BB52-361C-88D77FA2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0DF0D-242A-6532-168A-0A0A1750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SLO-aware Buffer Scaling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387B24-1BC0-298A-6FFE-5A1B5B61F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eLLM</a:t>
            </a:r>
            <a:r>
              <a:rPr lang="zh-CN" altLang="en-US" dirty="0"/>
              <a:t>提出了</a:t>
            </a:r>
            <a:r>
              <a:rPr lang="en-US" altLang="zh-CN" dirty="0"/>
              <a:t>SLO</a:t>
            </a:r>
            <a:r>
              <a:rPr lang="zh-CN" altLang="en-US" dirty="0"/>
              <a:t>感知的逻辑缓冲区缩放算法</a:t>
            </a:r>
            <a:endParaRPr lang="en-US" altLang="zh-CN" dirty="0"/>
          </a:p>
          <a:p>
            <a:r>
              <a:rPr lang="zh-CN" altLang="en-US" dirty="0"/>
              <a:t>如果检测到</a:t>
            </a:r>
            <a:r>
              <a:rPr lang="en-US" altLang="zh-CN" dirty="0"/>
              <a:t>TPOT</a:t>
            </a:r>
            <a:r>
              <a:rPr lang="zh-CN" altLang="en-US" dirty="0"/>
              <a:t>违规，则减小逻辑缓冲区大小，以优化</a:t>
            </a:r>
            <a:r>
              <a:rPr lang="en-US" altLang="zh-CN" dirty="0"/>
              <a:t>TPOT</a:t>
            </a:r>
          </a:p>
          <a:p>
            <a:r>
              <a:rPr lang="zh-CN" altLang="en-US" dirty="0"/>
              <a:t>如果检测到</a:t>
            </a:r>
            <a:r>
              <a:rPr lang="en-US" altLang="zh-CN" dirty="0"/>
              <a:t>TTFT</a:t>
            </a:r>
            <a:r>
              <a:rPr lang="zh-CN" altLang="en-US" dirty="0"/>
              <a:t>违规，则增加逻辑缓冲区大小，以优化</a:t>
            </a:r>
            <a:r>
              <a:rPr lang="en-US" altLang="zh-CN" dirty="0"/>
              <a:t>TTFT</a:t>
            </a:r>
          </a:p>
          <a:p>
            <a:r>
              <a:rPr lang="zh-CN" altLang="en-US" dirty="0"/>
              <a:t>如果</a:t>
            </a:r>
            <a:r>
              <a:rPr lang="en-US" altLang="zh-CN" dirty="0"/>
              <a:t>TTFT</a:t>
            </a:r>
            <a:r>
              <a:rPr lang="zh-CN" altLang="en-US" dirty="0"/>
              <a:t>或</a:t>
            </a:r>
            <a:r>
              <a:rPr lang="en-US" altLang="zh-CN" dirty="0"/>
              <a:t>TPOT</a:t>
            </a:r>
            <a:r>
              <a:rPr lang="zh-CN" altLang="en-US" dirty="0"/>
              <a:t>在一个调度迭代窗口内超过预定义的</a:t>
            </a:r>
            <a:r>
              <a:rPr lang="en-US" altLang="zh-CN" dirty="0"/>
              <a:t>SLO</a:t>
            </a:r>
            <a:r>
              <a:rPr lang="zh-CN" altLang="en-US" dirty="0"/>
              <a:t>阈值五次，则改变调整速率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A427AB-ED2A-2F8B-0CDE-5A3ED485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79012-59C6-4B2A-B115-6BAA4A782B1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597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1269</Words>
  <Application>Microsoft Office PowerPoint</Application>
  <PresentationFormat>宽屏</PresentationFormat>
  <Paragraphs>101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等线 Light</vt:lpstr>
      <vt:lpstr>Arial</vt:lpstr>
      <vt:lpstr>Wingdings</vt:lpstr>
      <vt:lpstr>Office 主题​​</vt:lpstr>
      <vt:lpstr>eLLM: Elastic Memory Management Framework for Efficient LLM Serving </vt:lpstr>
      <vt:lpstr>背景</vt:lpstr>
      <vt:lpstr>背景</vt:lpstr>
      <vt:lpstr>PowerPoint 演示文稿</vt:lpstr>
      <vt:lpstr>PowerPoint 演示文稿</vt:lpstr>
      <vt:lpstr>PowerPoint 演示文稿</vt:lpstr>
      <vt:lpstr>PowerPoint 演示文稿</vt:lpstr>
      <vt:lpstr>背景</vt:lpstr>
      <vt:lpstr>PowerPoint 演示文稿</vt:lpstr>
      <vt:lpstr>PowerPoint 演示文稿</vt:lpstr>
      <vt:lpstr>背景</vt:lpstr>
      <vt:lpstr>PowerPoint 演示文稿</vt:lpstr>
      <vt:lpstr>根本原因</vt:lpstr>
      <vt:lpstr>PowerPoint 演示文稿</vt:lpstr>
      <vt:lpstr>eLLM Overview</vt:lpstr>
      <vt:lpstr>Virtual Tensor Abstraction</vt:lpstr>
      <vt:lpstr>Virtual Tensor Abstraction</vt:lpstr>
      <vt:lpstr>Elastic Memory Mechanism</vt:lpstr>
      <vt:lpstr>Memory Inflation and Deflation</vt:lpstr>
      <vt:lpstr>PowerPoint 演示文稿</vt:lpstr>
      <vt:lpstr>Memory Inflation and Deflation</vt:lpstr>
      <vt:lpstr>Lightweight Scheduling Strategy</vt:lpstr>
      <vt:lpstr>SLO-aware Buffer Scaling Policy</vt:lpstr>
      <vt:lpstr>SLO-aware Buffer Scaling Policy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BINGYE ZHOU</dc:creator>
  <cp:lastModifiedBy>BINGYE ZHOU</cp:lastModifiedBy>
  <cp:revision>3</cp:revision>
  <dcterms:created xsi:type="dcterms:W3CDTF">2025-11-04T08:49:53Z</dcterms:created>
  <dcterms:modified xsi:type="dcterms:W3CDTF">2025-11-06T08:11:38Z</dcterms:modified>
</cp:coreProperties>
</file>