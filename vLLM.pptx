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sldIdLst>
    <p:sldId id="272" r:id="rId2"/>
    <p:sldId id="314" r:id="rId3"/>
    <p:sldId id="315" r:id="rId4"/>
    <p:sldId id="293" r:id="rId5"/>
    <p:sldId id="313" r:id="rId6"/>
    <p:sldId id="306" r:id="rId7"/>
    <p:sldId id="271" r:id="rId8"/>
    <p:sldId id="274" r:id="rId9"/>
    <p:sldId id="275" r:id="rId10"/>
    <p:sldId id="276" r:id="rId11"/>
    <p:sldId id="277" r:id="rId12"/>
    <p:sldId id="278" r:id="rId13"/>
    <p:sldId id="280" r:id="rId14"/>
    <p:sldId id="298" r:id="rId15"/>
    <p:sldId id="279" r:id="rId16"/>
    <p:sldId id="281" r:id="rId17"/>
    <p:sldId id="282" r:id="rId18"/>
    <p:sldId id="307" r:id="rId19"/>
    <p:sldId id="299" r:id="rId20"/>
    <p:sldId id="295" r:id="rId21"/>
    <p:sldId id="296" r:id="rId22"/>
    <p:sldId id="283" r:id="rId23"/>
    <p:sldId id="287" r:id="rId24"/>
    <p:sldId id="284" r:id="rId25"/>
    <p:sldId id="309" r:id="rId26"/>
    <p:sldId id="308" r:id="rId27"/>
    <p:sldId id="310" r:id="rId28"/>
    <p:sldId id="286" r:id="rId29"/>
    <p:sldId id="288" r:id="rId30"/>
    <p:sldId id="289" r:id="rId31"/>
    <p:sldId id="290" r:id="rId32"/>
    <p:sldId id="300" r:id="rId33"/>
    <p:sldId id="302" r:id="rId34"/>
    <p:sldId id="301" r:id="rId35"/>
    <p:sldId id="311" r:id="rId36"/>
    <p:sldId id="312" r:id="rId37"/>
    <p:sldId id="291" r:id="rId38"/>
    <p:sldId id="285" r:id="rId39"/>
    <p:sldId id="294" r:id="rId40"/>
    <p:sldId id="316" r:id="rId41"/>
    <p:sldId id="297" r:id="rId42"/>
    <p:sldId id="303" r:id="rId43"/>
    <p:sldId id="304" r:id="rId44"/>
    <p:sldId id="317" r:id="rId4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EA6099-EFE7-4F18-BD3D-8E0BEDECB517}" v="44" dt="2025-11-17T02:41:04.5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664" autoAdjust="0"/>
  </p:normalViewPr>
  <p:slideViewPr>
    <p:cSldViewPr snapToGrid="0">
      <p:cViewPr varScale="1">
        <p:scale>
          <a:sx n="96" d="100"/>
          <a:sy n="96" d="100"/>
        </p:scale>
        <p:origin x="5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NGYE ZHOU" userId="55c96058e0a1801d" providerId="LiveId" clId="{5BC75A26-D4FA-4B58-BF3C-F0A165013814}"/>
    <pc:docChg chg="undo redo custSel addSld delSld modSld sldOrd">
      <pc:chgData name="BINGYE ZHOU" userId="55c96058e0a1801d" providerId="LiveId" clId="{5BC75A26-D4FA-4B58-BF3C-F0A165013814}" dt="2025-11-17T04:30:37.656" v="5525" actId="20577"/>
      <pc:docMkLst>
        <pc:docMk/>
      </pc:docMkLst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1238417921" sldId="271"/>
        </pc:sldMkLst>
        <pc:spChg chg="mod">
          <ac:chgData name="BINGYE ZHOU" userId="55c96058e0a1801d" providerId="LiveId" clId="{5BC75A26-D4FA-4B58-BF3C-F0A165013814}" dt="2025-11-12T02:17:43.986" v="1049"/>
          <ac:spMkLst>
            <pc:docMk/>
            <pc:sldMk cId="1238417921" sldId="271"/>
            <ac:spMk id="2" creationId="{A6578773-BA12-D97E-371C-D31182768B85}"/>
          </ac:spMkLst>
        </pc:spChg>
        <pc:spChg chg="mod">
          <ac:chgData name="BINGYE ZHOU" userId="55c96058e0a1801d" providerId="LiveId" clId="{5BC75A26-D4FA-4B58-BF3C-F0A165013814}" dt="2025-11-12T02:19:14.595" v="1160" actId="20577"/>
          <ac:spMkLst>
            <pc:docMk/>
            <pc:sldMk cId="1238417921" sldId="271"/>
            <ac:spMk id="3" creationId="{D5B0C1C9-546D-6FFF-B9BA-7DE9E5027E19}"/>
          </ac:spMkLst>
        </pc:spChg>
        <pc:picChg chg="add mod">
          <ac:chgData name="BINGYE ZHOU" userId="55c96058e0a1801d" providerId="LiveId" clId="{5BC75A26-D4FA-4B58-BF3C-F0A165013814}" dt="2025-11-12T02:19:17.616" v="1161" actId="1076"/>
          <ac:picMkLst>
            <pc:docMk/>
            <pc:sldMk cId="1238417921" sldId="271"/>
            <ac:picMk id="5" creationId="{60A98582-14DC-7957-8E60-EEBE037CD9B7}"/>
          </ac:picMkLst>
        </pc:picChg>
        <pc:picChg chg="add mod">
          <ac:chgData name="BINGYE ZHOU" userId="55c96058e0a1801d" providerId="LiveId" clId="{5BC75A26-D4FA-4B58-BF3C-F0A165013814}" dt="2025-11-12T02:18:43" v="1110" actId="1076"/>
          <ac:picMkLst>
            <pc:docMk/>
            <pc:sldMk cId="1238417921" sldId="271"/>
            <ac:picMk id="7" creationId="{A7833E8F-AD08-2D55-9DCD-AEA94656F795}"/>
          </ac:picMkLst>
        </pc:picChg>
      </pc:sldChg>
      <pc:sldChg chg="delSp modSp new mod ord">
        <pc:chgData name="BINGYE ZHOU" userId="55c96058e0a1801d" providerId="LiveId" clId="{5BC75A26-D4FA-4B58-BF3C-F0A165013814}" dt="2025-11-11T09:22:45.819" v="911"/>
        <pc:sldMkLst>
          <pc:docMk/>
          <pc:sldMk cId="3202493440" sldId="272"/>
        </pc:sldMkLst>
        <pc:spChg chg="mod">
          <ac:chgData name="BINGYE ZHOU" userId="55c96058e0a1801d" providerId="LiveId" clId="{5BC75A26-D4FA-4B58-BF3C-F0A165013814}" dt="2025-11-11T08:02:12.628" v="908" actId="20577"/>
          <ac:spMkLst>
            <pc:docMk/>
            <pc:sldMk cId="3202493440" sldId="272"/>
            <ac:spMk id="2" creationId="{10291E4C-275A-FC65-FB24-4B9721E670D5}"/>
          </ac:spMkLst>
        </pc:sp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303466940" sldId="274"/>
        </pc:sldMkLst>
        <pc:spChg chg="mod">
          <ac:chgData name="BINGYE ZHOU" userId="55c96058e0a1801d" providerId="LiveId" clId="{5BC75A26-D4FA-4B58-BF3C-F0A165013814}" dt="2025-11-12T02:17:32.726" v="1048" actId="20577"/>
          <ac:spMkLst>
            <pc:docMk/>
            <pc:sldMk cId="303466940" sldId="274"/>
            <ac:spMk id="2" creationId="{BE3462FD-83D1-6118-1824-E505BF9EEE2D}"/>
          </ac:spMkLst>
        </pc:spChg>
        <pc:spChg chg="mod">
          <ac:chgData name="BINGYE ZHOU" userId="55c96058e0a1801d" providerId="LiveId" clId="{5BC75A26-D4FA-4B58-BF3C-F0A165013814}" dt="2025-11-12T02:28:36.004" v="1400" actId="20577"/>
          <ac:spMkLst>
            <pc:docMk/>
            <pc:sldMk cId="303466940" sldId="274"/>
            <ac:spMk id="3" creationId="{511D151E-724D-880E-2F82-877BB19A4C5C}"/>
          </ac:spMkLst>
        </pc:spChg>
        <pc:picChg chg="add mod">
          <ac:chgData name="BINGYE ZHOU" userId="55c96058e0a1801d" providerId="LiveId" clId="{5BC75A26-D4FA-4B58-BF3C-F0A165013814}" dt="2025-11-12T02:22:01.856" v="1247" actId="1076"/>
          <ac:picMkLst>
            <pc:docMk/>
            <pc:sldMk cId="303466940" sldId="274"/>
            <ac:picMk id="5" creationId="{B550BE5F-FE99-B29D-F90A-E402E4DE9066}"/>
          </ac:picMkLst>
        </pc:picChg>
      </pc:sldChg>
      <pc:sldChg chg="addSp delSp modSp new add del mod">
        <pc:chgData name="BINGYE ZHOU" userId="55c96058e0a1801d" providerId="LiveId" clId="{5BC75A26-D4FA-4B58-BF3C-F0A165013814}" dt="2025-11-13T08:21:40.812" v="4699"/>
        <pc:sldMkLst>
          <pc:docMk/>
          <pc:sldMk cId="2546671468" sldId="275"/>
        </pc:sldMkLst>
        <pc:spChg chg="mod">
          <ac:chgData name="BINGYE ZHOU" userId="55c96058e0a1801d" providerId="LiveId" clId="{5BC75A26-D4FA-4B58-BF3C-F0A165013814}" dt="2025-11-12T02:37:48.479" v="1403" actId="20577"/>
          <ac:spMkLst>
            <pc:docMk/>
            <pc:sldMk cId="2546671468" sldId="275"/>
            <ac:spMk id="2" creationId="{A183B46B-6505-5B74-0DC5-9A4DD5C8643B}"/>
          </ac:spMkLst>
        </pc:spChg>
        <pc:spChg chg="mod">
          <ac:chgData name="BINGYE ZHOU" userId="55c96058e0a1801d" providerId="LiveId" clId="{5BC75A26-D4FA-4B58-BF3C-F0A165013814}" dt="2025-11-12T02:48:02.063" v="1702" actId="20577"/>
          <ac:spMkLst>
            <pc:docMk/>
            <pc:sldMk cId="2546671468" sldId="275"/>
            <ac:spMk id="3" creationId="{E13BBCF2-5081-7CA8-BCC0-2AE626224E5E}"/>
          </ac:spMkLst>
        </pc:spChg>
        <pc:picChg chg="add mod">
          <ac:chgData name="BINGYE ZHOU" userId="55c96058e0a1801d" providerId="LiveId" clId="{5BC75A26-D4FA-4B58-BF3C-F0A165013814}" dt="2025-11-12T02:47:20.419" v="1666" actId="1076"/>
          <ac:picMkLst>
            <pc:docMk/>
            <pc:sldMk cId="2546671468" sldId="275"/>
            <ac:picMk id="5" creationId="{7DBD1CFA-5ABA-E8B5-24C3-E570613DFA13}"/>
          </ac:picMkLst>
        </pc:pic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3593457767" sldId="276"/>
        </pc:sldMkLst>
        <pc:spChg chg="mod">
          <ac:chgData name="BINGYE ZHOU" userId="55c96058e0a1801d" providerId="LiveId" clId="{5BC75A26-D4FA-4B58-BF3C-F0A165013814}" dt="2025-11-12T02:48:38.611" v="1712" actId="20577"/>
          <ac:spMkLst>
            <pc:docMk/>
            <pc:sldMk cId="3593457767" sldId="276"/>
            <ac:spMk id="2" creationId="{2B83B970-BF2B-3A22-8EA4-4C6F0E9D011B}"/>
          </ac:spMkLst>
        </pc:spChg>
        <pc:spChg chg="mod">
          <ac:chgData name="BINGYE ZHOU" userId="55c96058e0a1801d" providerId="LiveId" clId="{5BC75A26-D4FA-4B58-BF3C-F0A165013814}" dt="2025-11-12T02:54:02.123" v="1933" actId="20577"/>
          <ac:spMkLst>
            <pc:docMk/>
            <pc:sldMk cId="3593457767" sldId="276"/>
            <ac:spMk id="3" creationId="{BC56EC32-85F0-09D2-6511-62997EE04C5E}"/>
          </ac:spMkLst>
        </pc:spChg>
        <pc:picChg chg="add mod">
          <ac:chgData name="BINGYE ZHOU" userId="55c96058e0a1801d" providerId="LiveId" clId="{5BC75A26-D4FA-4B58-BF3C-F0A165013814}" dt="2025-11-12T02:54:06.391" v="1934" actId="1076"/>
          <ac:picMkLst>
            <pc:docMk/>
            <pc:sldMk cId="3593457767" sldId="276"/>
            <ac:picMk id="5" creationId="{4648B083-D4E0-27E7-76F9-A3E3A4B10BD2}"/>
          </ac:picMkLst>
        </pc:pic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534870916" sldId="277"/>
        </pc:sldMkLst>
        <pc:spChg chg="mod">
          <ac:chgData name="BINGYE ZHOU" userId="55c96058e0a1801d" providerId="LiveId" clId="{5BC75A26-D4FA-4B58-BF3C-F0A165013814}" dt="2025-11-12T02:50:11.601" v="1784" actId="20577"/>
          <ac:spMkLst>
            <pc:docMk/>
            <pc:sldMk cId="534870916" sldId="277"/>
            <ac:spMk id="2" creationId="{83413F74-1AE3-E613-D058-F525C21795AF}"/>
          </ac:spMkLst>
        </pc:spChg>
        <pc:spChg chg="mod">
          <ac:chgData name="BINGYE ZHOU" userId="55c96058e0a1801d" providerId="LiveId" clId="{5BC75A26-D4FA-4B58-BF3C-F0A165013814}" dt="2025-11-12T03:09:04.579" v="2224" actId="20577"/>
          <ac:spMkLst>
            <pc:docMk/>
            <pc:sldMk cId="534870916" sldId="277"/>
            <ac:spMk id="3" creationId="{AC0E5B08-AC3D-982E-AF47-FF8A9E7BD332}"/>
          </ac:spMkLst>
        </pc:spChg>
        <pc:picChg chg="add mod modCrop">
          <ac:chgData name="BINGYE ZHOU" userId="55c96058e0a1801d" providerId="LiveId" clId="{5BC75A26-D4FA-4B58-BF3C-F0A165013814}" dt="2025-11-12T03:09:40.326" v="2233" actId="1076"/>
          <ac:picMkLst>
            <pc:docMk/>
            <pc:sldMk cId="534870916" sldId="277"/>
            <ac:picMk id="5" creationId="{91AA6CDF-90D7-76F9-4BDC-1CEBDAC42162}"/>
          </ac:picMkLst>
        </pc:picChg>
        <pc:picChg chg="add mod">
          <ac:chgData name="BINGYE ZHOU" userId="55c96058e0a1801d" providerId="LiveId" clId="{5BC75A26-D4FA-4B58-BF3C-F0A165013814}" dt="2025-11-12T03:09:35.030" v="2230" actId="1076"/>
          <ac:picMkLst>
            <pc:docMk/>
            <pc:sldMk cId="534870916" sldId="277"/>
            <ac:picMk id="7" creationId="{CF4CF07C-1C10-D4BB-05A5-94A807435838}"/>
          </ac:picMkLst>
        </pc:pic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269018232" sldId="278"/>
        </pc:sldMkLst>
        <pc:spChg chg="mod">
          <ac:chgData name="BINGYE ZHOU" userId="55c96058e0a1801d" providerId="LiveId" clId="{5BC75A26-D4FA-4B58-BF3C-F0A165013814}" dt="2025-11-12T02:53:06.343" v="1901" actId="20577"/>
          <ac:spMkLst>
            <pc:docMk/>
            <pc:sldMk cId="269018232" sldId="278"/>
            <ac:spMk id="2" creationId="{73101D0C-D15E-DCAA-0C70-82335BDF7C35}"/>
          </ac:spMkLst>
        </pc:spChg>
        <pc:spChg chg="mod">
          <ac:chgData name="BINGYE ZHOU" userId="55c96058e0a1801d" providerId="LiveId" clId="{5BC75A26-D4FA-4B58-BF3C-F0A165013814}" dt="2025-11-12T03:15:04.624" v="2234" actId="20577"/>
          <ac:spMkLst>
            <pc:docMk/>
            <pc:sldMk cId="269018232" sldId="278"/>
            <ac:spMk id="3" creationId="{E8ABC152-C23E-A984-4F37-6EB79F5AFBC9}"/>
          </ac:spMkLst>
        </pc:spChg>
        <pc:picChg chg="add mod">
          <ac:chgData name="BINGYE ZHOU" userId="55c96058e0a1801d" providerId="LiveId" clId="{5BC75A26-D4FA-4B58-BF3C-F0A165013814}" dt="2025-11-12T03:15:28.977" v="2243" actId="1076"/>
          <ac:picMkLst>
            <pc:docMk/>
            <pc:sldMk cId="269018232" sldId="278"/>
            <ac:picMk id="5" creationId="{5222C2FB-462F-0AFC-29B0-B14CA01BFA51}"/>
          </ac:picMkLst>
        </pc:picChg>
        <pc:picChg chg="add mod">
          <ac:chgData name="BINGYE ZHOU" userId="55c96058e0a1801d" providerId="LiveId" clId="{5BC75A26-D4FA-4B58-BF3C-F0A165013814}" dt="2025-11-12T03:15:23.149" v="2241" actId="1076"/>
          <ac:picMkLst>
            <pc:docMk/>
            <pc:sldMk cId="269018232" sldId="278"/>
            <ac:picMk id="7" creationId="{DCBB4ABD-3699-E607-CC13-282E9A4BE834}"/>
          </ac:picMkLst>
        </pc:picChg>
        <pc:picChg chg="add mod">
          <ac:chgData name="BINGYE ZHOU" userId="55c96058e0a1801d" providerId="LiveId" clId="{5BC75A26-D4FA-4B58-BF3C-F0A165013814}" dt="2025-11-12T03:15:19.058" v="2240" actId="1076"/>
          <ac:picMkLst>
            <pc:docMk/>
            <pc:sldMk cId="269018232" sldId="278"/>
            <ac:picMk id="9" creationId="{006CBBA8-ACF9-2537-C635-AE054E1983DF}"/>
          </ac:picMkLst>
        </pc:picChg>
      </pc:sldChg>
      <pc:sldChg chg="addSp delSp modSp new add del mod">
        <pc:chgData name="BINGYE ZHOU" userId="55c96058e0a1801d" providerId="LiveId" clId="{5BC75A26-D4FA-4B58-BF3C-F0A165013814}" dt="2025-11-13T08:21:40.812" v="4699"/>
        <pc:sldMkLst>
          <pc:docMk/>
          <pc:sldMk cId="2961338471" sldId="279"/>
        </pc:sldMkLst>
        <pc:spChg chg="mod">
          <ac:chgData name="BINGYE ZHOU" userId="55c96058e0a1801d" providerId="LiveId" clId="{5BC75A26-D4FA-4B58-BF3C-F0A165013814}" dt="2025-11-12T03:21:46.419" v="2245" actId="20577"/>
          <ac:spMkLst>
            <pc:docMk/>
            <pc:sldMk cId="2961338471" sldId="279"/>
            <ac:spMk id="2" creationId="{40D0E5EA-9237-2035-D660-A81FD7DADAEC}"/>
          </ac:spMkLst>
        </pc:spChg>
        <pc:spChg chg="mod">
          <ac:chgData name="BINGYE ZHOU" userId="55c96058e0a1801d" providerId="LiveId" clId="{5BC75A26-D4FA-4B58-BF3C-F0A165013814}" dt="2025-11-12T03:37:07.779" v="2644" actId="20577"/>
          <ac:spMkLst>
            <pc:docMk/>
            <pc:sldMk cId="2961338471" sldId="279"/>
            <ac:spMk id="3" creationId="{097BFC28-0BF3-54B9-A7A6-FCECEC7D53E2}"/>
          </ac:spMkLst>
        </pc:spChg>
        <pc:picChg chg="add mod">
          <ac:chgData name="BINGYE ZHOU" userId="55c96058e0a1801d" providerId="LiveId" clId="{5BC75A26-D4FA-4B58-BF3C-F0A165013814}" dt="2025-11-12T03:25:07.036" v="2325" actId="1076"/>
          <ac:picMkLst>
            <pc:docMk/>
            <pc:sldMk cId="2961338471" sldId="279"/>
            <ac:picMk id="5" creationId="{AE0391E9-46CF-824B-604D-689735A7691E}"/>
          </ac:picMkLst>
        </pc:picChg>
        <pc:picChg chg="add mod">
          <ac:chgData name="BINGYE ZHOU" userId="55c96058e0a1801d" providerId="LiveId" clId="{5BC75A26-D4FA-4B58-BF3C-F0A165013814}" dt="2025-11-12T03:25:07.036" v="2325" actId="1076"/>
          <ac:picMkLst>
            <pc:docMk/>
            <pc:sldMk cId="2961338471" sldId="279"/>
            <ac:picMk id="7" creationId="{2AC357CA-7FDE-D76D-4F26-E1FADD094280}"/>
          </ac:picMkLst>
        </pc:picChg>
        <pc:picChg chg="add mod">
          <ac:chgData name="BINGYE ZHOU" userId="55c96058e0a1801d" providerId="LiveId" clId="{5BC75A26-D4FA-4B58-BF3C-F0A165013814}" dt="2025-11-12T03:32:12.865" v="2500" actId="14100"/>
          <ac:picMkLst>
            <pc:docMk/>
            <pc:sldMk cId="2961338471" sldId="279"/>
            <ac:picMk id="9" creationId="{F865CEEA-24B6-FF3A-4163-EA63018E5728}"/>
          </ac:picMkLst>
        </pc:picChg>
      </pc:sldChg>
      <pc:sldChg chg="addSp modSp new add del mod ord">
        <pc:chgData name="BINGYE ZHOU" userId="55c96058e0a1801d" providerId="LiveId" clId="{5BC75A26-D4FA-4B58-BF3C-F0A165013814}" dt="2025-11-13T08:21:40.812" v="4699"/>
        <pc:sldMkLst>
          <pc:docMk/>
          <pc:sldMk cId="3653232270" sldId="280"/>
        </pc:sldMkLst>
        <pc:spChg chg="mod">
          <ac:chgData name="BINGYE ZHOU" userId="55c96058e0a1801d" providerId="LiveId" clId="{5BC75A26-D4FA-4B58-BF3C-F0A165013814}" dt="2025-11-12T03:26:54.977" v="2370" actId="20577"/>
          <ac:spMkLst>
            <pc:docMk/>
            <pc:sldMk cId="3653232270" sldId="280"/>
            <ac:spMk id="2" creationId="{7214E4DC-E148-C68D-22D0-015A065789FC}"/>
          </ac:spMkLst>
        </pc:spChg>
        <pc:spChg chg="mod">
          <ac:chgData name="BINGYE ZHOU" userId="55c96058e0a1801d" providerId="LiveId" clId="{5BC75A26-D4FA-4B58-BF3C-F0A165013814}" dt="2025-11-12T03:29:49.324" v="2479" actId="20577"/>
          <ac:spMkLst>
            <pc:docMk/>
            <pc:sldMk cId="3653232270" sldId="280"/>
            <ac:spMk id="3" creationId="{F6688E5B-D9CA-9E4C-0908-D8E6C5846F8E}"/>
          </ac:spMkLst>
        </pc:spChg>
        <pc:picChg chg="add mod">
          <ac:chgData name="BINGYE ZHOU" userId="55c96058e0a1801d" providerId="LiveId" clId="{5BC75A26-D4FA-4B58-BF3C-F0A165013814}" dt="2025-11-12T03:28:42.303" v="2413" actId="1076"/>
          <ac:picMkLst>
            <pc:docMk/>
            <pc:sldMk cId="3653232270" sldId="280"/>
            <ac:picMk id="5" creationId="{D3CDA32C-1B70-1E6B-B68D-3C7D25F341CE}"/>
          </ac:picMkLst>
        </pc:picChg>
      </pc:sldChg>
      <pc:sldChg chg="addSp delSp modSp add del mod">
        <pc:chgData name="BINGYE ZHOU" userId="55c96058e0a1801d" providerId="LiveId" clId="{5BC75A26-D4FA-4B58-BF3C-F0A165013814}" dt="2025-11-13T08:21:40.812" v="4699"/>
        <pc:sldMkLst>
          <pc:docMk/>
          <pc:sldMk cId="2837233041" sldId="281"/>
        </pc:sldMkLst>
        <pc:spChg chg="mod">
          <ac:chgData name="BINGYE ZHOU" userId="55c96058e0a1801d" providerId="LiveId" clId="{5BC75A26-D4FA-4B58-BF3C-F0A165013814}" dt="2025-11-12T03:42:14.655" v="2768"/>
          <ac:spMkLst>
            <pc:docMk/>
            <pc:sldMk cId="2837233041" sldId="281"/>
            <ac:spMk id="3" creationId="{9E9FE8E0-89D9-77DF-C24D-F45490A721F5}"/>
          </ac:spMkLst>
        </pc:spChg>
        <pc:picChg chg="add mod">
          <ac:chgData name="BINGYE ZHOU" userId="55c96058e0a1801d" providerId="LiveId" clId="{5BC75A26-D4FA-4B58-BF3C-F0A165013814}" dt="2025-11-12T03:40:20.504" v="2647" actId="1076"/>
          <ac:picMkLst>
            <pc:docMk/>
            <pc:sldMk cId="2837233041" sldId="281"/>
            <ac:picMk id="6" creationId="{C2DE05B6-2DEC-5B74-F1CE-2A9089610821}"/>
          </ac:picMkLst>
        </pc:pic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2069617392" sldId="282"/>
        </pc:sldMkLst>
        <pc:spChg chg="mod">
          <ac:chgData name="BINGYE ZHOU" userId="55c96058e0a1801d" providerId="LiveId" clId="{5BC75A26-D4FA-4B58-BF3C-F0A165013814}" dt="2025-11-12T03:42:29.055" v="2769"/>
          <ac:spMkLst>
            <pc:docMk/>
            <pc:sldMk cId="2069617392" sldId="282"/>
            <ac:spMk id="2" creationId="{FCEBC61C-F352-F1A2-4206-42ECB997259D}"/>
          </ac:spMkLst>
        </pc:spChg>
        <pc:spChg chg="mod">
          <ac:chgData name="BINGYE ZHOU" userId="55c96058e0a1801d" providerId="LiveId" clId="{5BC75A26-D4FA-4B58-BF3C-F0A165013814}" dt="2025-11-12T05:10:08.324" v="3098" actId="20577"/>
          <ac:spMkLst>
            <pc:docMk/>
            <pc:sldMk cId="2069617392" sldId="282"/>
            <ac:spMk id="3" creationId="{9363FA9D-CC28-6518-6A66-CA39EECF76CE}"/>
          </ac:spMkLst>
        </pc:spChg>
        <pc:picChg chg="add mod">
          <ac:chgData name="BINGYE ZHOU" userId="55c96058e0a1801d" providerId="LiveId" clId="{5BC75A26-D4FA-4B58-BF3C-F0A165013814}" dt="2025-11-12T05:08:23.486" v="3026" actId="1076"/>
          <ac:picMkLst>
            <pc:docMk/>
            <pc:sldMk cId="2069617392" sldId="282"/>
            <ac:picMk id="5" creationId="{2B867A31-7725-682C-EA1A-B53C4FE44F37}"/>
          </ac:picMkLst>
        </pc:picChg>
        <pc:picChg chg="add mod">
          <ac:chgData name="BINGYE ZHOU" userId="55c96058e0a1801d" providerId="LiveId" clId="{5BC75A26-D4FA-4B58-BF3C-F0A165013814}" dt="2025-11-12T05:10:45.350" v="3103" actId="1076"/>
          <ac:picMkLst>
            <pc:docMk/>
            <pc:sldMk cId="2069617392" sldId="282"/>
            <ac:picMk id="7" creationId="{7ED25743-8828-58CA-FDC2-7470446CAE1C}"/>
          </ac:picMkLst>
        </pc:picChg>
      </pc:sldChg>
      <pc:sldChg chg="addSp delSp modSp new add del mod">
        <pc:chgData name="BINGYE ZHOU" userId="55c96058e0a1801d" providerId="LiveId" clId="{5BC75A26-D4FA-4B58-BF3C-F0A165013814}" dt="2025-11-13T08:21:40.812" v="4699"/>
        <pc:sldMkLst>
          <pc:docMk/>
          <pc:sldMk cId="3891081898" sldId="283"/>
        </pc:sldMkLst>
        <pc:spChg chg="mod">
          <ac:chgData name="BINGYE ZHOU" userId="55c96058e0a1801d" providerId="LiveId" clId="{5BC75A26-D4FA-4B58-BF3C-F0A165013814}" dt="2025-11-12T05:12:38.794" v="3119" actId="20577"/>
          <ac:spMkLst>
            <pc:docMk/>
            <pc:sldMk cId="3891081898" sldId="283"/>
            <ac:spMk id="2" creationId="{78CA96B8-8869-094C-1615-F67B6EB882EE}"/>
          </ac:spMkLst>
        </pc:spChg>
        <pc:spChg chg="mod">
          <ac:chgData name="BINGYE ZHOU" userId="55c96058e0a1801d" providerId="LiveId" clId="{5BC75A26-D4FA-4B58-BF3C-F0A165013814}" dt="2025-11-12T06:13:40.901" v="3314" actId="20577"/>
          <ac:spMkLst>
            <pc:docMk/>
            <pc:sldMk cId="3891081898" sldId="283"/>
            <ac:spMk id="3" creationId="{4742229D-D579-E8AC-41B9-2AEE87F91AE4}"/>
          </ac:spMkLst>
        </pc:spChg>
        <pc:picChg chg="add mod">
          <ac:chgData name="BINGYE ZHOU" userId="55c96058e0a1801d" providerId="LiveId" clId="{5BC75A26-D4FA-4B58-BF3C-F0A165013814}" dt="2025-11-12T06:13:45.577" v="3317" actId="1076"/>
          <ac:picMkLst>
            <pc:docMk/>
            <pc:sldMk cId="3891081898" sldId="283"/>
            <ac:picMk id="7" creationId="{ABA600B9-88AC-6525-6AA0-04E120572B50}"/>
          </ac:picMkLst>
        </pc:picChg>
      </pc:sldChg>
      <pc:sldChg chg="addSp modSp new add del mod">
        <pc:chgData name="BINGYE ZHOU" userId="55c96058e0a1801d" providerId="LiveId" clId="{5BC75A26-D4FA-4B58-BF3C-F0A165013814}" dt="2025-11-17T04:30:37.656" v="5525" actId="20577"/>
        <pc:sldMkLst>
          <pc:docMk/>
          <pc:sldMk cId="1999070814" sldId="284"/>
        </pc:sldMkLst>
        <pc:spChg chg="mod">
          <ac:chgData name="BINGYE ZHOU" userId="55c96058e0a1801d" providerId="LiveId" clId="{5BC75A26-D4FA-4B58-BF3C-F0A165013814}" dt="2025-11-12T05:18:06.961" v="3222"/>
          <ac:spMkLst>
            <pc:docMk/>
            <pc:sldMk cId="1999070814" sldId="284"/>
            <ac:spMk id="2" creationId="{E1FD3FC0-12C7-3D51-218A-805FE6EF25D6}"/>
          </ac:spMkLst>
        </pc:spChg>
        <pc:spChg chg="mod">
          <ac:chgData name="BINGYE ZHOU" userId="55c96058e0a1801d" providerId="LiveId" clId="{5BC75A26-D4FA-4B58-BF3C-F0A165013814}" dt="2025-11-17T04:30:37.656" v="5525" actId="20577"/>
          <ac:spMkLst>
            <pc:docMk/>
            <pc:sldMk cId="1999070814" sldId="284"/>
            <ac:spMk id="3" creationId="{EFB2279C-4578-744B-50C5-088732FD45C8}"/>
          </ac:spMkLst>
        </pc:spChg>
        <pc:picChg chg="add mod">
          <ac:chgData name="BINGYE ZHOU" userId="55c96058e0a1801d" providerId="LiveId" clId="{5BC75A26-D4FA-4B58-BF3C-F0A165013814}" dt="2025-11-17T02:12:35.853" v="5111" actId="1076"/>
          <ac:picMkLst>
            <pc:docMk/>
            <pc:sldMk cId="1999070814" sldId="284"/>
            <ac:picMk id="5" creationId="{B8B638DD-E181-41E1-6D0C-42DA76E411C0}"/>
          </ac:picMkLst>
        </pc:picChg>
      </pc:sldChg>
      <pc:sldChg chg="modSp new add del mod">
        <pc:chgData name="BINGYE ZHOU" userId="55c96058e0a1801d" providerId="LiveId" clId="{5BC75A26-D4FA-4B58-BF3C-F0A165013814}" dt="2025-11-13T08:21:40.812" v="4699"/>
        <pc:sldMkLst>
          <pc:docMk/>
          <pc:sldMk cId="1535634833" sldId="285"/>
        </pc:sldMkLst>
        <pc:spChg chg="mod">
          <ac:chgData name="BINGYE ZHOU" userId="55c96058e0a1801d" providerId="LiveId" clId="{5BC75A26-D4FA-4B58-BF3C-F0A165013814}" dt="2025-11-12T05:20:06.785" v="3281" actId="20577"/>
          <ac:spMkLst>
            <pc:docMk/>
            <pc:sldMk cId="1535634833" sldId="285"/>
            <ac:spMk id="2" creationId="{50BF9EA0-F913-C47F-D13D-1BEFA73BA0C6}"/>
          </ac:spMkLst>
        </pc:spChg>
        <pc:spChg chg="mod">
          <ac:chgData name="BINGYE ZHOU" userId="55c96058e0a1801d" providerId="LiveId" clId="{5BC75A26-D4FA-4B58-BF3C-F0A165013814}" dt="2025-11-13T02:23:02.637" v="4318" actId="20577"/>
          <ac:spMkLst>
            <pc:docMk/>
            <pc:sldMk cId="1535634833" sldId="285"/>
            <ac:spMk id="3" creationId="{19D72906-B8BD-1B29-1621-51E00E22F81D}"/>
          </ac:spMkLst>
        </pc:spChg>
      </pc:sldChg>
      <pc:sldChg chg="addSp modSp add del mod">
        <pc:chgData name="BINGYE ZHOU" userId="55c96058e0a1801d" providerId="LiveId" clId="{5BC75A26-D4FA-4B58-BF3C-F0A165013814}" dt="2025-11-13T08:21:40.812" v="4699"/>
        <pc:sldMkLst>
          <pc:docMk/>
          <pc:sldMk cId="2559799040" sldId="286"/>
        </pc:sldMkLst>
        <pc:spChg chg="mod">
          <ac:chgData name="BINGYE ZHOU" userId="55c96058e0a1801d" providerId="LiveId" clId="{5BC75A26-D4FA-4B58-BF3C-F0A165013814}" dt="2025-11-12T06:16:47.618" v="3323" actId="20577"/>
          <ac:spMkLst>
            <pc:docMk/>
            <pc:sldMk cId="2559799040" sldId="286"/>
            <ac:spMk id="2" creationId="{A4EE916E-7B2D-9D02-9975-0A41BB8584EF}"/>
          </ac:spMkLst>
        </pc:spChg>
        <pc:spChg chg="mod">
          <ac:chgData name="BINGYE ZHOU" userId="55c96058e0a1801d" providerId="LiveId" clId="{5BC75A26-D4FA-4B58-BF3C-F0A165013814}" dt="2025-11-12T06:21:24.738" v="3474"/>
          <ac:spMkLst>
            <pc:docMk/>
            <pc:sldMk cId="2559799040" sldId="286"/>
            <ac:spMk id="3" creationId="{70499607-6876-D201-94D8-ECE20080B0D5}"/>
          </ac:spMkLst>
        </pc:spChg>
        <pc:picChg chg="add mod">
          <ac:chgData name="BINGYE ZHOU" userId="55c96058e0a1801d" providerId="LiveId" clId="{5BC75A26-D4FA-4B58-BF3C-F0A165013814}" dt="2025-11-12T06:17:56.824" v="3378" actId="1076"/>
          <ac:picMkLst>
            <pc:docMk/>
            <pc:sldMk cId="2559799040" sldId="286"/>
            <ac:picMk id="5" creationId="{53A13446-3700-F580-96B1-DA4E38B146DC}"/>
          </ac:picMkLst>
        </pc:picChg>
      </pc:sldChg>
      <pc:sldChg chg="add del">
        <pc:chgData name="BINGYE ZHOU" userId="55c96058e0a1801d" providerId="LiveId" clId="{5BC75A26-D4FA-4B58-BF3C-F0A165013814}" dt="2025-11-13T08:21:40.812" v="4699"/>
        <pc:sldMkLst>
          <pc:docMk/>
          <pc:sldMk cId="1211698788" sldId="287"/>
        </pc:sldMkLst>
      </pc:sldChg>
      <pc:sldChg chg="addSp delSp modSp add del mod">
        <pc:chgData name="BINGYE ZHOU" userId="55c96058e0a1801d" providerId="LiveId" clId="{5BC75A26-D4FA-4B58-BF3C-F0A165013814}" dt="2025-11-13T08:21:40.812" v="4699"/>
        <pc:sldMkLst>
          <pc:docMk/>
          <pc:sldMk cId="2441298879" sldId="288"/>
        </pc:sldMkLst>
        <pc:spChg chg="mod">
          <ac:chgData name="BINGYE ZHOU" userId="55c96058e0a1801d" providerId="LiveId" clId="{5BC75A26-D4FA-4B58-BF3C-F0A165013814}" dt="2025-11-12T07:53:21.696" v="3577" actId="21"/>
          <ac:spMkLst>
            <pc:docMk/>
            <pc:sldMk cId="2441298879" sldId="288"/>
            <ac:spMk id="3" creationId="{32B9407C-AC64-0406-8179-D47135F89032}"/>
          </ac:spMkLst>
        </pc:spChg>
        <pc:picChg chg="add mod">
          <ac:chgData name="BINGYE ZHOU" userId="55c96058e0a1801d" providerId="LiveId" clId="{5BC75A26-D4FA-4B58-BF3C-F0A165013814}" dt="2025-11-12T07:53:24.325" v="3578" actId="1076"/>
          <ac:picMkLst>
            <pc:docMk/>
            <pc:sldMk cId="2441298879" sldId="288"/>
            <ac:picMk id="6" creationId="{E895AF46-3135-26E7-B2E3-E9944041B88E}"/>
          </ac:picMkLst>
        </pc:picChg>
      </pc:sldChg>
      <pc:sldChg chg="addSp delSp modSp add del mod">
        <pc:chgData name="BINGYE ZHOU" userId="55c96058e0a1801d" providerId="LiveId" clId="{5BC75A26-D4FA-4B58-BF3C-F0A165013814}" dt="2025-11-13T08:21:40.812" v="4699"/>
        <pc:sldMkLst>
          <pc:docMk/>
          <pc:sldMk cId="3568631285" sldId="289"/>
        </pc:sldMkLst>
        <pc:spChg chg="mod">
          <ac:chgData name="BINGYE ZHOU" userId="55c96058e0a1801d" providerId="LiveId" clId="{5BC75A26-D4FA-4B58-BF3C-F0A165013814}" dt="2025-11-12T08:50:17.184" v="3741" actId="14100"/>
          <ac:spMkLst>
            <pc:docMk/>
            <pc:sldMk cId="3568631285" sldId="289"/>
            <ac:spMk id="3" creationId="{9F288BF0-A2A1-D88F-8FDC-9E8884DB11C0}"/>
          </ac:spMkLst>
        </pc:spChg>
        <pc:picChg chg="add mod">
          <ac:chgData name="BINGYE ZHOU" userId="55c96058e0a1801d" providerId="LiveId" clId="{5BC75A26-D4FA-4B58-BF3C-F0A165013814}" dt="2025-11-12T08:19:35.997" v="3705" actId="14100"/>
          <ac:picMkLst>
            <pc:docMk/>
            <pc:sldMk cId="3568631285" sldId="289"/>
            <ac:picMk id="5" creationId="{479CC1C9-4C4F-4009-DE83-F28ECF6289CB}"/>
          </ac:picMkLst>
        </pc:picChg>
        <pc:picChg chg="add mod">
          <ac:chgData name="BINGYE ZHOU" userId="55c96058e0a1801d" providerId="LiveId" clId="{5BC75A26-D4FA-4B58-BF3C-F0A165013814}" dt="2025-11-12T08:19:31.200" v="3703" actId="1076"/>
          <ac:picMkLst>
            <pc:docMk/>
            <pc:sldMk cId="3568631285" sldId="289"/>
            <ac:picMk id="10" creationId="{39EF2377-9912-00D2-65D6-3D01E4339E45}"/>
          </ac:picMkLst>
        </pc:picChg>
      </pc:sldChg>
      <pc:sldChg chg="addSp delSp modSp add del mod">
        <pc:chgData name="BINGYE ZHOU" userId="55c96058e0a1801d" providerId="LiveId" clId="{5BC75A26-D4FA-4B58-BF3C-F0A165013814}" dt="2025-11-13T08:21:40.812" v="4699"/>
        <pc:sldMkLst>
          <pc:docMk/>
          <pc:sldMk cId="3879209290" sldId="290"/>
        </pc:sldMkLst>
        <pc:spChg chg="mod">
          <ac:chgData name="BINGYE ZHOU" userId="55c96058e0a1801d" providerId="LiveId" clId="{5BC75A26-D4FA-4B58-BF3C-F0A165013814}" dt="2025-11-12T08:51:27.536" v="3801" actId="20577"/>
          <ac:spMkLst>
            <pc:docMk/>
            <pc:sldMk cId="3879209290" sldId="290"/>
            <ac:spMk id="3" creationId="{48B6066C-86A9-D161-BA22-320DAD483082}"/>
          </ac:spMkLst>
        </pc:spChg>
        <pc:picChg chg="add mod">
          <ac:chgData name="BINGYE ZHOU" userId="55c96058e0a1801d" providerId="LiveId" clId="{5BC75A26-D4FA-4B58-BF3C-F0A165013814}" dt="2025-11-12T08:41:43.371" v="3730" actId="1076"/>
          <ac:picMkLst>
            <pc:docMk/>
            <pc:sldMk cId="3879209290" sldId="290"/>
            <ac:picMk id="6" creationId="{77673280-5CE2-3DF4-95D6-532F99A79170}"/>
          </ac:picMkLst>
        </pc:picChg>
        <pc:picChg chg="add mod">
          <ac:chgData name="BINGYE ZHOU" userId="55c96058e0a1801d" providerId="LiveId" clId="{5BC75A26-D4FA-4B58-BF3C-F0A165013814}" dt="2025-11-12T08:44:05.139" v="3736" actId="1076"/>
          <ac:picMkLst>
            <pc:docMk/>
            <pc:sldMk cId="3879209290" sldId="290"/>
            <ac:picMk id="8" creationId="{51CBA298-EBF4-9B28-A8EB-C0E831892F87}"/>
          </ac:picMkLst>
        </pc:picChg>
      </pc:sldChg>
      <pc:sldChg chg="modSp add del mod ord">
        <pc:chgData name="BINGYE ZHOU" userId="55c96058e0a1801d" providerId="LiveId" clId="{5BC75A26-D4FA-4B58-BF3C-F0A165013814}" dt="2025-11-13T08:21:40.812" v="4699"/>
        <pc:sldMkLst>
          <pc:docMk/>
          <pc:sldMk cId="2612828584" sldId="291"/>
        </pc:sldMkLst>
        <pc:spChg chg="mod">
          <ac:chgData name="BINGYE ZHOU" userId="55c96058e0a1801d" providerId="LiveId" clId="{5BC75A26-D4FA-4B58-BF3C-F0A165013814}" dt="2025-11-12T08:55:51.594" v="3810" actId="20577"/>
          <ac:spMkLst>
            <pc:docMk/>
            <pc:sldMk cId="2612828584" sldId="291"/>
            <ac:spMk id="2" creationId="{5FBD3FF8-98F2-0413-8178-DCBB42D5ED8B}"/>
          </ac:spMkLst>
        </pc:spChg>
        <pc:spChg chg="mod">
          <ac:chgData name="BINGYE ZHOU" userId="55c96058e0a1801d" providerId="LiveId" clId="{5BC75A26-D4FA-4B58-BF3C-F0A165013814}" dt="2025-11-13T02:23:10.553" v="4326" actId="20577"/>
          <ac:spMkLst>
            <pc:docMk/>
            <pc:sldMk cId="2612828584" sldId="291"/>
            <ac:spMk id="3" creationId="{B133EA3E-10B7-0F5A-F9B8-54B1491FAF11}"/>
          </ac:spMkLst>
        </pc:spChg>
      </pc:sldChg>
      <pc:sldChg chg="delSp modSp new mod">
        <pc:chgData name="BINGYE ZHOU" userId="55c96058e0a1801d" providerId="LiveId" clId="{5BC75A26-D4FA-4B58-BF3C-F0A165013814}" dt="2025-11-13T01:34:51.588" v="3862" actId="478"/>
        <pc:sldMkLst>
          <pc:docMk/>
          <pc:sldMk cId="3163922854" sldId="293"/>
        </pc:sldMkLst>
        <pc:spChg chg="mod">
          <ac:chgData name="BINGYE ZHOU" userId="55c96058e0a1801d" providerId="LiveId" clId="{5BC75A26-D4FA-4B58-BF3C-F0A165013814}" dt="2025-11-13T01:34:26.323" v="3849" actId="20577"/>
          <ac:spMkLst>
            <pc:docMk/>
            <pc:sldMk cId="3163922854" sldId="293"/>
            <ac:spMk id="2" creationId="{73845961-4CB6-C8A5-D194-A0B55E1B1ED9}"/>
          </ac:spMkLst>
        </pc:spChg>
      </pc:sldChg>
      <pc:sldChg chg="delSp modSp new mod">
        <pc:chgData name="BINGYE ZHOU" userId="55c96058e0a1801d" providerId="LiveId" clId="{5BC75A26-D4FA-4B58-BF3C-F0A165013814}" dt="2025-11-13T01:34:46.541" v="3861" actId="478"/>
        <pc:sldMkLst>
          <pc:docMk/>
          <pc:sldMk cId="439196510" sldId="294"/>
        </pc:sldMkLst>
        <pc:spChg chg="mod">
          <ac:chgData name="BINGYE ZHOU" userId="55c96058e0a1801d" providerId="LiveId" clId="{5BC75A26-D4FA-4B58-BF3C-F0A165013814}" dt="2025-11-13T01:34:41.925" v="3860" actId="20577"/>
          <ac:spMkLst>
            <pc:docMk/>
            <pc:sldMk cId="439196510" sldId="294"/>
            <ac:spMk id="2" creationId="{1382F4CC-319F-3048-473C-0AA21DD34E51}"/>
          </ac:spMkLst>
        </pc:spChg>
      </pc:sldChg>
      <pc:sldChg chg="add del">
        <pc:chgData name="BINGYE ZHOU" userId="55c96058e0a1801d" providerId="LiveId" clId="{5BC75A26-D4FA-4B58-BF3C-F0A165013814}" dt="2025-11-13T08:21:40.812" v="4699"/>
        <pc:sldMkLst>
          <pc:docMk/>
          <pc:sldMk cId="1217220197" sldId="295"/>
        </pc:sldMkLst>
      </pc:sldChg>
      <pc:sldChg chg="addSp delSp add del mod">
        <pc:chgData name="BINGYE ZHOU" userId="55c96058e0a1801d" providerId="LiveId" clId="{5BC75A26-D4FA-4B58-BF3C-F0A165013814}" dt="2025-11-17T04:20:03.106" v="5459" actId="478"/>
        <pc:sldMkLst>
          <pc:docMk/>
          <pc:sldMk cId="4136147055" sldId="296"/>
        </pc:sldMkLst>
        <pc:picChg chg="add del">
          <ac:chgData name="BINGYE ZHOU" userId="55c96058e0a1801d" providerId="LiveId" clId="{5BC75A26-D4FA-4B58-BF3C-F0A165013814}" dt="2025-11-17T04:20:03.106" v="5459" actId="478"/>
          <ac:picMkLst>
            <pc:docMk/>
            <pc:sldMk cId="4136147055" sldId="296"/>
            <ac:picMk id="6" creationId="{9AFD0765-43D2-ED47-0244-1CB409CE6EF0}"/>
          </ac:picMkLst>
        </pc:picChg>
      </pc:sldChg>
      <pc:sldChg chg="addSp delSp modSp new mod">
        <pc:chgData name="BINGYE ZHOU" userId="55c96058e0a1801d" providerId="LiveId" clId="{5BC75A26-D4FA-4B58-BF3C-F0A165013814}" dt="2025-11-13T02:27:09.726" v="4451" actId="1076"/>
        <pc:sldMkLst>
          <pc:docMk/>
          <pc:sldMk cId="3836007133" sldId="297"/>
        </pc:sldMkLst>
        <pc:spChg chg="mod">
          <ac:chgData name="BINGYE ZHOU" userId="55c96058e0a1801d" providerId="LiveId" clId="{5BC75A26-D4FA-4B58-BF3C-F0A165013814}" dt="2025-11-13T02:25:21.317" v="4332" actId="20577"/>
          <ac:spMkLst>
            <pc:docMk/>
            <pc:sldMk cId="3836007133" sldId="297"/>
            <ac:spMk id="2" creationId="{74C4D325-5D8B-5C81-3380-F5A301318622}"/>
          </ac:spMkLst>
        </pc:spChg>
        <pc:spChg chg="add mod">
          <ac:chgData name="BINGYE ZHOU" userId="55c96058e0a1801d" providerId="LiveId" clId="{5BC75A26-D4FA-4B58-BF3C-F0A165013814}" dt="2025-11-13T02:27:04.771" v="4448" actId="14100"/>
          <ac:spMkLst>
            <pc:docMk/>
            <pc:sldMk cId="3836007133" sldId="297"/>
            <ac:spMk id="8" creationId="{228532CE-0600-DDC8-04F7-1439388A2A96}"/>
          </ac:spMkLst>
        </pc:spChg>
        <pc:picChg chg="add mod">
          <ac:chgData name="BINGYE ZHOU" userId="55c96058e0a1801d" providerId="LiveId" clId="{5BC75A26-D4FA-4B58-BF3C-F0A165013814}" dt="2025-11-13T02:27:09.726" v="4451" actId="1076"/>
          <ac:picMkLst>
            <pc:docMk/>
            <pc:sldMk cId="3836007133" sldId="297"/>
            <ac:picMk id="9" creationId="{AEB9950E-B934-4852-E7D1-A65BF3B71493}"/>
          </ac:picMkLst>
        </pc:picChg>
      </pc:sldChg>
      <pc:sldChg chg="addSp delSp modSp new add del mod ord">
        <pc:chgData name="BINGYE ZHOU" userId="55c96058e0a1801d" providerId="LiveId" clId="{5BC75A26-D4FA-4B58-BF3C-F0A165013814}" dt="2025-11-13T08:21:40.812" v="4699"/>
        <pc:sldMkLst>
          <pc:docMk/>
          <pc:sldMk cId="2498315431" sldId="298"/>
        </pc:sldMkLst>
        <pc:spChg chg="mod">
          <ac:chgData name="BINGYE ZHOU" userId="55c96058e0a1801d" providerId="LiveId" clId="{5BC75A26-D4FA-4B58-BF3C-F0A165013814}" dt="2025-11-13T01:58:39.626" v="4021"/>
          <ac:spMkLst>
            <pc:docMk/>
            <pc:sldMk cId="2498315431" sldId="298"/>
            <ac:spMk id="2" creationId="{F0F6383F-0277-2928-A0C0-CB0453B8E5C7}"/>
          </ac:spMkLst>
        </pc:spChg>
        <pc:picChg chg="add mod">
          <ac:chgData name="BINGYE ZHOU" userId="55c96058e0a1801d" providerId="LiveId" clId="{5BC75A26-D4FA-4B58-BF3C-F0A165013814}" dt="2025-11-13T01:58:40.595" v="4022" actId="1076"/>
          <ac:picMkLst>
            <pc:docMk/>
            <pc:sldMk cId="2498315431" sldId="298"/>
            <ac:picMk id="6" creationId="{F48BBA25-668E-5FC3-69A0-8D8DD5A60C82}"/>
          </ac:picMkLst>
        </pc:picChg>
      </pc:sldChg>
      <pc:sldChg chg="addSp delSp modSp new add del mod">
        <pc:chgData name="BINGYE ZHOU" userId="55c96058e0a1801d" providerId="LiveId" clId="{5BC75A26-D4FA-4B58-BF3C-F0A165013814}" dt="2025-11-13T08:21:40.812" v="4699"/>
        <pc:sldMkLst>
          <pc:docMk/>
          <pc:sldMk cId="993092411" sldId="299"/>
        </pc:sldMkLst>
        <pc:spChg chg="mod">
          <ac:chgData name="BINGYE ZHOU" userId="55c96058e0a1801d" providerId="LiveId" clId="{5BC75A26-D4FA-4B58-BF3C-F0A165013814}" dt="2025-11-13T02:00:54.906" v="4043" actId="20577"/>
          <ac:spMkLst>
            <pc:docMk/>
            <pc:sldMk cId="993092411" sldId="299"/>
            <ac:spMk id="2" creationId="{C5153186-358F-4911-F06E-8293B0E0B5DD}"/>
          </ac:spMkLst>
        </pc:spChg>
        <pc:picChg chg="add mod">
          <ac:chgData name="BINGYE ZHOU" userId="55c96058e0a1801d" providerId="LiveId" clId="{5BC75A26-D4FA-4B58-BF3C-F0A165013814}" dt="2025-11-13T02:00:35.857" v="4030" actId="1076"/>
          <ac:picMkLst>
            <pc:docMk/>
            <pc:sldMk cId="993092411" sldId="299"/>
            <ac:picMk id="6" creationId="{E4504E73-7119-692D-AC18-181B05207492}"/>
          </ac:picMkLst>
        </pc:picChg>
      </pc:sldChg>
      <pc:sldChg chg="addSp modSp new add del mod">
        <pc:chgData name="BINGYE ZHOU" userId="55c96058e0a1801d" providerId="LiveId" clId="{5BC75A26-D4FA-4B58-BF3C-F0A165013814}" dt="2025-11-13T08:21:40.812" v="4699"/>
        <pc:sldMkLst>
          <pc:docMk/>
          <pc:sldMk cId="1529229717" sldId="300"/>
        </pc:sldMkLst>
        <pc:spChg chg="mod">
          <ac:chgData name="BINGYE ZHOU" userId="55c96058e0a1801d" providerId="LiveId" clId="{5BC75A26-D4FA-4B58-BF3C-F0A165013814}" dt="2025-11-13T02:05:26.848" v="4064" actId="20577"/>
          <ac:spMkLst>
            <pc:docMk/>
            <pc:sldMk cId="1529229717" sldId="300"/>
            <ac:spMk id="2" creationId="{C48C0995-2711-BC16-68B3-D8C26D77B731}"/>
          </ac:spMkLst>
        </pc:spChg>
        <pc:spChg chg="mod">
          <ac:chgData name="BINGYE ZHOU" userId="55c96058e0a1801d" providerId="LiveId" clId="{5BC75A26-D4FA-4B58-BF3C-F0A165013814}" dt="2025-11-13T02:08:17.288" v="4156" actId="20577"/>
          <ac:spMkLst>
            <pc:docMk/>
            <pc:sldMk cId="1529229717" sldId="300"/>
            <ac:spMk id="3" creationId="{86EFBD84-98F0-A69E-F043-CC72D958F77D}"/>
          </ac:spMkLst>
        </pc:spChg>
        <pc:picChg chg="add mod">
          <ac:chgData name="BINGYE ZHOU" userId="55c96058e0a1801d" providerId="LiveId" clId="{5BC75A26-D4FA-4B58-BF3C-F0A165013814}" dt="2025-11-13T02:11:42.887" v="4203" actId="1076"/>
          <ac:picMkLst>
            <pc:docMk/>
            <pc:sldMk cId="1529229717" sldId="300"/>
            <ac:picMk id="6" creationId="{8F1D867B-526F-3294-4717-18D081D64D4D}"/>
          </ac:picMkLst>
        </pc:picChg>
      </pc:sldChg>
      <pc:sldChg chg="addSp modSp new add del mod ord">
        <pc:chgData name="BINGYE ZHOU" userId="55c96058e0a1801d" providerId="LiveId" clId="{5BC75A26-D4FA-4B58-BF3C-F0A165013814}" dt="2025-11-13T08:21:40.812" v="4699"/>
        <pc:sldMkLst>
          <pc:docMk/>
          <pc:sldMk cId="1927389977" sldId="301"/>
        </pc:sldMkLst>
        <pc:spChg chg="mod">
          <ac:chgData name="BINGYE ZHOU" userId="55c96058e0a1801d" providerId="LiveId" clId="{5BC75A26-D4FA-4B58-BF3C-F0A165013814}" dt="2025-11-13T02:12:36.199" v="4204"/>
          <ac:spMkLst>
            <pc:docMk/>
            <pc:sldMk cId="1927389977" sldId="301"/>
            <ac:spMk id="2" creationId="{AE525DE2-63E7-B80E-4B7C-1FBE0B97722D}"/>
          </ac:spMkLst>
        </pc:spChg>
        <pc:spChg chg="mod">
          <ac:chgData name="BINGYE ZHOU" userId="55c96058e0a1801d" providerId="LiveId" clId="{5BC75A26-D4FA-4B58-BF3C-F0A165013814}" dt="2025-11-13T02:15:11.351" v="4289" actId="21"/>
          <ac:spMkLst>
            <pc:docMk/>
            <pc:sldMk cId="1927389977" sldId="301"/>
            <ac:spMk id="3" creationId="{4EA6DF9B-3C97-C55F-0368-E3B70AD7ADB8}"/>
          </ac:spMkLst>
        </pc:spChg>
        <pc:picChg chg="add mod">
          <ac:chgData name="BINGYE ZHOU" userId="55c96058e0a1801d" providerId="LiveId" clId="{5BC75A26-D4FA-4B58-BF3C-F0A165013814}" dt="2025-11-13T02:15:15.911" v="4290" actId="1076"/>
          <ac:picMkLst>
            <pc:docMk/>
            <pc:sldMk cId="1927389977" sldId="301"/>
            <ac:picMk id="6" creationId="{7CD3A5DA-941C-3277-533E-83B91CC7142C}"/>
          </ac:picMkLst>
        </pc:picChg>
      </pc:sldChg>
      <pc:sldChg chg="addSp delSp modSp add del mod ord">
        <pc:chgData name="BINGYE ZHOU" userId="55c96058e0a1801d" providerId="LiveId" clId="{5BC75A26-D4FA-4B58-BF3C-F0A165013814}" dt="2025-11-13T08:21:40.812" v="4699"/>
        <pc:sldMkLst>
          <pc:docMk/>
          <pc:sldMk cId="2765419356" sldId="302"/>
        </pc:sldMkLst>
        <pc:spChg chg="mod">
          <ac:chgData name="BINGYE ZHOU" userId="55c96058e0a1801d" providerId="LiveId" clId="{5BC75A26-D4FA-4B58-BF3C-F0A165013814}" dt="2025-11-13T02:13:33.547" v="4260" actId="20577"/>
          <ac:spMkLst>
            <pc:docMk/>
            <pc:sldMk cId="2765419356" sldId="302"/>
            <ac:spMk id="3" creationId="{340ABF8C-2444-3609-A9D3-B3D3208303EB}"/>
          </ac:spMkLst>
        </pc:spChg>
        <pc:picChg chg="add mod">
          <ac:chgData name="BINGYE ZHOU" userId="55c96058e0a1801d" providerId="LiveId" clId="{5BC75A26-D4FA-4B58-BF3C-F0A165013814}" dt="2025-11-13T02:14:11.503" v="4264" actId="1076"/>
          <ac:picMkLst>
            <pc:docMk/>
            <pc:sldMk cId="2765419356" sldId="302"/>
            <ac:picMk id="7" creationId="{BB691119-4497-94A6-7FAA-BB19517C2B1A}"/>
          </ac:picMkLst>
        </pc:picChg>
      </pc:sldChg>
      <pc:sldChg chg="addSp delSp modSp new mod">
        <pc:chgData name="BINGYE ZHOU" userId="55c96058e0a1801d" providerId="LiveId" clId="{5BC75A26-D4FA-4B58-BF3C-F0A165013814}" dt="2025-11-13T02:44:38.071" v="4662" actId="1076"/>
        <pc:sldMkLst>
          <pc:docMk/>
          <pc:sldMk cId="2270245007" sldId="303"/>
        </pc:sldMkLst>
        <pc:spChg chg="mod">
          <ac:chgData name="BINGYE ZHOU" userId="55c96058e0a1801d" providerId="LiveId" clId="{5BC75A26-D4FA-4B58-BF3C-F0A165013814}" dt="2025-11-13T02:30:45.460" v="4454" actId="20577"/>
          <ac:spMkLst>
            <pc:docMk/>
            <pc:sldMk cId="2270245007" sldId="303"/>
            <ac:spMk id="2" creationId="{11D9EF99-09D3-0F1B-06DD-87E6E68DE121}"/>
          </ac:spMkLst>
        </pc:spChg>
        <pc:spChg chg="add del mod">
          <ac:chgData name="BINGYE ZHOU" userId="55c96058e0a1801d" providerId="LiveId" clId="{5BC75A26-D4FA-4B58-BF3C-F0A165013814}" dt="2025-11-13T02:34:03.778" v="4570" actId="14100"/>
          <ac:spMkLst>
            <pc:docMk/>
            <pc:sldMk cId="2270245007" sldId="303"/>
            <ac:spMk id="3" creationId="{960D2116-0146-6762-44ED-694F9C11A900}"/>
          </ac:spMkLst>
        </pc:spChg>
        <pc:picChg chg="add mod modCrop">
          <ac:chgData name="BINGYE ZHOU" userId="55c96058e0a1801d" providerId="LiveId" clId="{5BC75A26-D4FA-4B58-BF3C-F0A165013814}" dt="2025-11-13T02:34:27.460" v="4577" actId="1076"/>
          <ac:picMkLst>
            <pc:docMk/>
            <pc:sldMk cId="2270245007" sldId="303"/>
            <ac:picMk id="10" creationId="{26B2D3BE-BFC6-E84D-9AC9-6CA30470F297}"/>
          </ac:picMkLst>
        </pc:picChg>
        <pc:picChg chg="add mod">
          <ac:chgData name="BINGYE ZHOU" userId="55c96058e0a1801d" providerId="LiveId" clId="{5BC75A26-D4FA-4B58-BF3C-F0A165013814}" dt="2025-11-13T02:44:38.071" v="4662" actId="1076"/>
          <ac:picMkLst>
            <pc:docMk/>
            <pc:sldMk cId="2270245007" sldId="303"/>
            <ac:picMk id="12" creationId="{BE4A49E2-B3C2-FF04-BED0-EB62FDD0F8F9}"/>
          </ac:picMkLst>
        </pc:picChg>
      </pc:sldChg>
      <pc:sldChg chg="addSp modSp new mod">
        <pc:chgData name="BINGYE ZHOU" userId="55c96058e0a1801d" providerId="LiveId" clId="{5BC75A26-D4FA-4B58-BF3C-F0A165013814}" dt="2025-11-13T02:37:34.170" v="4661" actId="14100"/>
        <pc:sldMkLst>
          <pc:docMk/>
          <pc:sldMk cId="1216196627" sldId="304"/>
        </pc:sldMkLst>
        <pc:spChg chg="mod">
          <ac:chgData name="BINGYE ZHOU" userId="55c96058e0a1801d" providerId="LiveId" clId="{5BC75A26-D4FA-4B58-BF3C-F0A165013814}" dt="2025-11-13T02:36:22.765" v="4584"/>
          <ac:spMkLst>
            <pc:docMk/>
            <pc:sldMk cId="1216196627" sldId="304"/>
            <ac:spMk id="2" creationId="{561CFC4A-1A86-D690-9C45-171FC53EE293}"/>
          </ac:spMkLst>
        </pc:spChg>
        <pc:spChg chg="mod">
          <ac:chgData name="BINGYE ZHOU" userId="55c96058e0a1801d" providerId="LiveId" clId="{5BC75A26-D4FA-4B58-BF3C-F0A165013814}" dt="2025-11-13T02:37:34.170" v="4661" actId="14100"/>
          <ac:spMkLst>
            <pc:docMk/>
            <pc:sldMk cId="1216196627" sldId="304"/>
            <ac:spMk id="3" creationId="{B50E6B5B-F2ED-7BB2-EB96-6FDD74BCBDFE}"/>
          </ac:spMkLst>
        </pc:spChg>
        <pc:picChg chg="add mod modCrop">
          <ac:chgData name="BINGYE ZHOU" userId="55c96058e0a1801d" providerId="LiveId" clId="{5BC75A26-D4FA-4B58-BF3C-F0A165013814}" dt="2025-11-13T02:36:43.372" v="4591" actId="1076"/>
          <ac:picMkLst>
            <pc:docMk/>
            <pc:sldMk cId="1216196627" sldId="304"/>
            <ac:picMk id="6" creationId="{88212AEE-ED7B-9B35-F669-D17848DF356B}"/>
          </ac:picMkLst>
        </pc:picChg>
      </pc:sldChg>
      <pc:sldChg chg="add">
        <pc:chgData name="BINGYE ZHOU" userId="55c96058e0a1801d" providerId="LiveId" clId="{5BC75A26-D4FA-4B58-BF3C-F0A165013814}" dt="2025-11-13T08:21:40.812" v="4699"/>
        <pc:sldMkLst>
          <pc:docMk/>
          <pc:sldMk cId="48717240" sldId="306"/>
        </pc:sldMkLst>
      </pc:sldChg>
      <pc:sldChg chg="add">
        <pc:chgData name="BINGYE ZHOU" userId="55c96058e0a1801d" providerId="LiveId" clId="{5BC75A26-D4FA-4B58-BF3C-F0A165013814}" dt="2025-11-13T08:21:40.812" v="4699"/>
        <pc:sldMkLst>
          <pc:docMk/>
          <pc:sldMk cId="4208569111" sldId="307"/>
        </pc:sldMkLst>
      </pc:sldChg>
      <pc:sldChg chg="add del">
        <pc:chgData name="BINGYE ZHOU" userId="55c96058e0a1801d" providerId="LiveId" clId="{5BC75A26-D4FA-4B58-BF3C-F0A165013814}" dt="2025-11-13T08:21:40.812" v="4699"/>
        <pc:sldMkLst>
          <pc:docMk/>
          <pc:sldMk cId="3357440292" sldId="308"/>
        </pc:sldMkLst>
      </pc:sldChg>
      <pc:sldChg chg="add del">
        <pc:chgData name="BINGYE ZHOU" userId="55c96058e0a1801d" providerId="LiveId" clId="{5BC75A26-D4FA-4B58-BF3C-F0A165013814}" dt="2025-11-13T08:21:40.812" v="4699"/>
        <pc:sldMkLst>
          <pc:docMk/>
          <pc:sldMk cId="3824946238" sldId="309"/>
        </pc:sldMkLst>
      </pc:sldChg>
      <pc:sldChg chg="add del">
        <pc:chgData name="BINGYE ZHOU" userId="55c96058e0a1801d" providerId="LiveId" clId="{5BC75A26-D4FA-4B58-BF3C-F0A165013814}" dt="2025-11-13T08:21:40.812" v="4699"/>
        <pc:sldMkLst>
          <pc:docMk/>
          <pc:sldMk cId="1866136106" sldId="310"/>
        </pc:sldMkLst>
      </pc:sldChg>
      <pc:sldChg chg="add">
        <pc:chgData name="BINGYE ZHOU" userId="55c96058e0a1801d" providerId="LiveId" clId="{5BC75A26-D4FA-4B58-BF3C-F0A165013814}" dt="2025-11-13T08:21:40.812" v="4699"/>
        <pc:sldMkLst>
          <pc:docMk/>
          <pc:sldMk cId="1237823721" sldId="311"/>
        </pc:sldMkLst>
      </pc:sldChg>
      <pc:sldChg chg="add">
        <pc:chgData name="BINGYE ZHOU" userId="55c96058e0a1801d" providerId="LiveId" clId="{5BC75A26-D4FA-4B58-BF3C-F0A165013814}" dt="2025-11-13T08:21:40.812" v="4699"/>
        <pc:sldMkLst>
          <pc:docMk/>
          <pc:sldMk cId="61392955" sldId="312"/>
        </pc:sldMkLst>
      </pc:sldChg>
      <pc:sldChg chg="modSp new mod">
        <pc:chgData name="BINGYE ZHOU" userId="55c96058e0a1801d" providerId="LiveId" clId="{5BC75A26-D4FA-4B58-BF3C-F0A165013814}" dt="2025-11-13T08:24:00.932" v="4970" actId="20577"/>
        <pc:sldMkLst>
          <pc:docMk/>
          <pc:sldMk cId="2419448034" sldId="313"/>
        </pc:sldMkLst>
        <pc:spChg chg="mod">
          <ac:chgData name="BINGYE ZHOU" userId="55c96058e0a1801d" providerId="LiveId" clId="{5BC75A26-D4FA-4B58-BF3C-F0A165013814}" dt="2025-11-13T08:22:14.389" v="4726" actId="20577"/>
          <ac:spMkLst>
            <pc:docMk/>
            <pc:sldMk cId="2419448034" sldId="313"/>
            <ac:spMk id="2" creationId="{A2D5D830-14E1-42D9-BE6F-275A7A99C692}"/>
          </ac:spMkLst>
        </pc:spChg>
        <pc:spChg chg="mod">
          <ac:chgData name="BINGYE ZHOU" userId="55c96058e0a1801d" providerId="LiveId" clId="{5BC75A26-D4FA-4B58-BF3C-F0A165013814}" dt="2025-11-13T08:24:00.932" v="4970" actId="20577"/>
          <ac:spMkLst>
            <pc:docMk/>
            <pc:sldMk cId="2419448034" sldId="313"/>
            <ac:spMk id="3" creationId="{69C88297-447A-9303-BB1C-D9DF798B3FA9}"/>
          </ac:spMkLst>
        </pc:spChg>
      </pc:sldChg>
      <pc:sldChg chg="addSp delSp modSp new mod">
        <pc:chgData name="BINGYE ZHOU" userId="55c96058e0a1801d" providerId="LiveId" clId="{5BC75A26-D4FA-4B58-BF3C-F0A165013814}" dt="2025-11-17T02:25:12.580" v="5140" actId="478"/>
        <pc:sldMkLst>
          <pc:docMk/>
          <pc:sldMk cId="3238978155" sldId="314"/>
        </pc:sldMkLst>
        <pc:spChg chg="mod">
          <ac:chgData name="BINGYE ZHOU" userId="55c96058e0a1801d" providerId="LiveId" clId="{5BC75A26-D4FA-4B58-BF3C-F0A165013814}" dt="2025-11-17T02:24:26.588" v="5136" actId="20577"/>
          <ac:spMkLst>
            <pc:docMk/>
            <pc:sldMk cId="3238978155" sldId="314"/>
            <ac:spMk id="2" creationId="{6FF805F1-1DD2-CF8B-0641-FA7A8AED1418}"/>
          </ac:spMkLst>
        </pc:spChg>
        <pc:spChg chg="add del">
          <ac:chgData name="BINGYE ZHOU" userId="55c96058e0a1801d" providerId="LiveId" clId="{5BC75A26-D4FA-4B58-BF3C-F0A165013814}" dt="2025-11-17T02:25:12.580" v="5140" actId="478"/>
          <ac:spMkLst>
            <pc:docMk/>
            <pc:sldMk cId="3238978155" sldId="314"/>
            <ac:spMk id="3" creationId="{4CE91B71-784A-5782-894D-35361CF381D8}"/>
          </ac:spMkLst>
        </pc:spChg>
      </pc:sldChg>
      <pc:sldChg chg="modSp new mod">
        <pc:chgData name="BINGYE ZHOU" userId="55c96058e0a1801d" providerId="LiveId" clId="{5BC75A26-D4FA-4B58-BF3C-F0A165013814}" dt="2025-11-17T02:26:19.024" v="5240" actId="20577"/>
        <pc:sldMkLst>
          <pc:docMk/>
          <pc:sldMk cId="1213098685" sldId="315"/>
        </pc:sldMkLst>
        <pc:spChg chg="mod">
          <ac:chgData name="BINGYE ZHOU" userId="55c96058e0a1801d" providerId="LiveId" clId="{5BC75A26-D4FA-4B58-BF3C-F0A165013814}" dt="2025-11-17T02:24:10.857" v="5128" actId="20577"/>
          <ac:spMkLst>
            <pc:docMk/>
            <pc:sldMk cId="1213098685" sldId="315"/>
            <ac:spMk id="2" creationId="{502FB709-E9A1-1FFC-0CEC-211281B1F9C8}"/>
          </ac:spMkLst>
        </pc:spChg>
        <pc:spChg chg="mod">
          <ac:chgData name="BINGYE ZHOU" userId="55c96058e0a1801d" providerId="LiveId" clId="{5BC75A26-D4FA-4B58-BF3C-F0A165013814}" dt="2025-11-17T02:26:19.024" v="5240" actId="20577"/>
          <ac:spMkLst>
            <pc:docMk/>
            <pc:sldMk cId="1213098685" sldId="315"/>
            <ac:spMk id="3" creationId="{345B7115-E6EA-914E-4A20-A02A15084A63}"/>
          </ac:spMkLst>
        </pc:spChg>
      </pc:sldChg>
      <pc:sldChg chg="addSp modSp new mod">
        <pc:chgData name="BINGYE ZHOU" userId="55c96058e0a1801d" providerId="LiveId" clId="{5BC75A26-D4FA-4B58-BF3C-F0A165013814}" dt="2025-11-17T02:33:55.582" v="5295" actId="1076"/>
        <pc:sldMkLst>
          <pc:docMk/>
          <pc:sldMk cId="2581015184" sldId="316"/>
        </pc:sldMkLst>
        <pc:spChg chg="mod">
          <ac:chgData name="BINGYE ZHOU" userId="55c96058e0a1801d" providerId="LiveId" clId="{5BC75A26-D4FA-4B58-BF3C-F0A165013814}" dt="2025-11-17T02:32:40.124" v="5275" actId="20577"/>
          <ac:spMkLst>
            <pc:docMk/>
            <pc:sldMk cId="2581015184" sldId="316"/>
            <ac:spMk id="2" creationId="{9FF342A1-77D8-F96B-A286-5F94A7284FEA}"/>
          </ac:spMkLst>
        </pc:spChg>
        <pc:spChg chg="mod">
          <ac:chgData name="BINGYE ZHOU" userId="55c96058e0a1801d" providerId="LiveId" clId="{5BC75A26-D4FA-4B58-BF3C-F0A165013814}" dt="2025-11-17T02:33:50.263" v="5293" actId="14100"/>
          <ac:spMkLst>
            <pc:docMk/>
            <pc:sldMk cId="2581015184" sldId="316"/>
            <ac:spMk id="3" creationId="{42FF44E5-AB1E-6D4D-46C2-65A9F7CDF687}"/>
          </ac:spMkLst>
        </pc:spChg>
        <pc:picChg chg="add mod">
          <ac:chgData name="BINGYE ZHOU" userId="55c96058e0a1801d" providerId="LiveId" clId="{5BC75A26-D4FA-4B58-BF3C-F0A165013814}" dt="2025-11-17T02:33:55.582" v="5295" actId="1076"/>
          <ac:picMkLst>
            <pc:docMk/>
            <pc:sldMk cId="2581015184" sldId="316"/>
            <ac:picMk id="6" creationId="{F1216E66-ACEE-38C9-0ED8-0E7516B231CA}"/>
          </ac:picMkLst>
        </pc:picChg>
      </pc:sldChg>
      <pc:sldChg chg="addSp delSp modSp add mod">
        <pc:chgData name="BINGYE ZHOU" userId="55c96058e0a1801d" providerId="LiveId" clId="{5BC75A26-D4FA-4B58-BF3C-F0A165013814}" dt="2025-11-17T02:42:59.324" v="5457" actId="1076"/>
        <pc:sldMkLst>
          <pc:docMk/>
          <pc:sldMk cId="3027054020" sldId="317"/>
        </pc:sldMkLst>
        <pc:spChg chg="mod">
          <ac:chgData name="BINGYE ZHOU" userId="55c96058e0a1801d" providerId="LiveId" clId="{5BC75A26-D4FA-4B58-BF3C-F0A165013814}" dt="2025-11-17T02:42:33.078" v="5456" actId="20577"/>
          <ac:spMkLst>
            <pc:docMk/>
            <pc:sldMk cId="3027054020" sldId="317"/>
            <ac:spMk id="3" creationId="{7233212A-8AA9-39EF-70E1-643839C4AC06}"/>
          </ac:spMkLst>
        </pc:spChg>
        <pc:picChg chg="del">
          <ac:chgData name="BINGYE ZHOU" userId="55c96058e0a1801d" providerId="LiveId" clId="{5BC75A26-D4FA-4B58-BF3C-F0A165013814}" dt="2025-11-17T02:41:06.606" v="5297" actId="478"/>
          <ac:picMkLst>
            <pc:docMk/>
            <pc:sldMk cId="3027054020" sldId="317"/>
            <ac:picMk id="6" creationId="{47479709-4D2E-A948-9F3C-9AF787227118}"/>
          </ac:picMkLst>
        </pc:picChg>
        <pc:picChg chg="add mod">
          <ac:chgData name="BINGYE ZHOU" userId="55c96058e0a1801d" providerId="LiveId" clId="{5BC75A26-D4FA-4B58-BF3C-F0A165013814}" dt="2025-11-17T02:42:59.324" v="5457" actId="1076"/>
          <ac:picMkLst>
            <pc:docMk/>
            <pc:sldMk cId="3027054020" sldId="317"/>
            <ac:picMk id="7" creationId="{ACEEC2A6-F547-F047-BD80-BEFF89A3BB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E0F195-9014-412D-85F9-E23B69068BC1}" type="datetimeFigureOut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DE603-13F1-475F-9ED2-AAC8BA7BB21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16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786344-A433-059E-8EE3-659931AF7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EAC931-97C7-9F04-3AB2-17D3EA187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E0261B-7022-70C6-8960-BFA3F76CB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871E3-9AF1-4F6D-A03A-A963A07E8EBA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09726-5E36-A9A7-67EE-3BC12ACC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C8D123-21A5-C17A-2EE7-2431D596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817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91D87-F42D-8391-C659-7B5A3E218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DA3F06-A83F-F435-D81A-DA3C98800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F07317-6655-8014-FAD6-8AB9DD2CB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762EC-C485-4AF6-B62F-D0F56B2D2623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BE2F6E-26C7-40FD-7E83-817BCCADD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4C5271-BD63-8489-41DE-9AA3D4FE9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19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7BCCC-C041-A730-4DF3-2B72F1AF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B70A15-6C84-5A1E-D93F-319F4D5EF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5CA83-82E5-DC03-DF00-476E475A5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2C2C00-E3F6-44B3-973D-1AE614DF43A6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C6182E-5E12-50E0-05A4-5BF29024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775F46-70A6-2F4E-2C52-53254C038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1847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9F1F42-86AA-14E8-80C2-79AFB95F6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13C7D6-44C9-E05C-FCB5-3632C4CABD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E3320E9-05A6-AC0E-60BF-11814DE0F1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B9A82A-5FC6-4AED-D5FD-993FB378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FE234-DF3E-4C7F-8BBE-3CE4715AC10C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D1DBA5-69C3-B990-6695-6ACC3EFAF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88FF9C-8093-E47D-D93C-D93F2ED0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9722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11A4D3-2CFF-1B0B-DCD7-3A9A5A238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0C7F28-D670-7D02-F91D-EEE4B262C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02144E-1D83-CC84-D87C-A2E9766F3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489EEEC-1E06-EA1E-7C4F-436AC09A92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1F02B0-10FE-CC31-933D-92DE14CF76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A013E5-7BF8-D9C5-E262-3E0CD180E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AC4C7-3FFB-401A-9C12-8D40FF6824A0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3E76947-6D5B-6A1D-8D2B-6647BB20A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78BAA46-A6E5-7DED-D6A4-03DF50C1A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927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AADB5-0436-26EA-0921-E3382E7F6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7D47CA-CF55-3D4D-7F05-1F3EC0E3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0C620C-F6A5-4741-91BD-631D0AFDACAA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46B04C-61BC-E53F-F720-F7F26210F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0B994A1-84A1-89FE-E58C-51C515F6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57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48798A-2721-6C35-70DA-86A589BF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EB80E2-2EDD-41FF-B658-257EE93B74EC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0BB6144-7A10-3A0E-FDB9-C41F0D2D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0C9DC5-DA83-E87B-CCC7-73A38125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096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208B88-BB9E-B652-BE0B-B4C4CC6F1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2950B2-F0C6-2C87-9ECF-4F717310F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AD3F9F-0D66-583E-E8F6-F1CDCC8C17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1EC5A8-1B69-D4BE-2BE4-BA1969A02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9DF65-0975-4E82-8867-CD00BB3E72B1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022252-C1FF-CC5C-31A8-22D2EB5D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261C08-3CA1-A089-EE43-33C44D980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23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2BC1E-39EC-343B-C245-369885DD9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7B3ACE-F1CA-1363-E4C0-CAFAD3A525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4E1D1E-70F9-E4A2-A491-5ED245E16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E952C7A-1628-1163-3E07-AA30C90F0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8A3E7-4E0B-45F0-B7B4-9A7993CA0A47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28CA7B-9CE1-8161-DA17-F290E40D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1F6A0C-E5B8-D4C4-FDBB-C81A9E49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46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B9AF9-4B9A-3FA3-0164-E5FFFACBB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9DD16F0-BCA3-F550-BE8F-25215E0890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83EFBC-DBC8-00FE-8884-00BEB14EC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30F67-B316-4F7B-BDF3-DC08DF84A276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C700EC-D3CC-E3CF-D161-C3CE4FBA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BAE77-25AD-DB18-B028-C49B1984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2277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7453EF-F2C2-F512-6D0D-13EF282657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A525A27-1A14-3CD8-2CA6-D7419E51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D03593-3CBF-6858-7532-918C7050B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57B78-C98D-48D8-8B51-CD4495C3445E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1A6F61-18C9-2AD7-790C-4D25E3841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70F90C-6F58-8FAE-F122-776C449B9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5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D1F9A49-90ED-1BDB-EA3D-A80BC851C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B57A43-E9FC-32C0-6619-02B807F68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2889C4-CC4A-D84E-F397-3A48537435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8C59B2-C9CE-42F9-8EB9-EA6290B99784}" type="datetime1">
              <a:rPr lang="zh-CN" altLang="en-US" smtClean="0"/>
              <a:t>2025/11/17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38972A-F6EF-E672-AF7A-86CA71498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8CB055-D066-761E-9072-B3C770D6A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00E92-CE71-41DF-BC0D-0572D5252A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15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en-shanshan/cs-self-learning/blob/master/Open_Source/Projects/vLLM/Notes/%E6%95%B4%E4%BD%93%E6%B5%81%E7%A8%8B/images/2_v1_pipeline.png" TargetMode="External"/><Relationship Id="rId2" Type="http://schemas.openxmlformats.org/officeDocument/2006/relationships/hyperlink" Target="https://hackmd.io/@peter-john/SJ1DzlvyW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md.io/Ya1ajjDIQ5Sg1vwx7jGqKA?view#%E4%B8%8A%E5%B1%82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md.io/Ya1ajjDIQ5Sg1vwx7jGqKA?view#%E5%BA%95%E5%B1%82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291E4C-275A-FC65-FB24-4B9721E67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vLLM</a:t>
            </a:r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32C6AE-4A6A-0FE1-D622-90A2D9EBB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2493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F805F1-1DD2-CF8B-0641-FA7A8AED14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91B71-784A-5782-894D-35361CF381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975AC5-28D4-7597-6966-05B30190B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97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FB709-E9A1-1FFC-0CEC-211281B1F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整体架构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5B7115-E6EA-914E-4A20-A02A15084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整体架构、</a:t>
            </a:r>
            <a:r>
              <a:rPr lang="en-US" altLang="zh-CN" dirty="0"/>
              <a:t>Pipeline</a:t>
            </a:r>
            <a:endParaRPr lang="en-US" altLang="zh-CN" dirty="0">
              <a:hlinkClick r:id="rId2"/>
            </a:endParaRPr>
          </a:p>
          <a:p>
            <a:r>
              <a:rPr lang="en-US" altLang="zh-CN" dirty="0">
                <a:hlinkClick r:id="rId2"/>
              </a:rPr>
              <a:t>https://hackmd.io/@peter-john/SJ1DzlvyWl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架构与调用链图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https://github.com/shen-shanshan/cs-self-learning/blob/master/Open_Source/Projects/vLLM/Notes/%E6%95%B4%E4%BD%93%E6%B5%81%E7%A8%8B/images/2_v1_pipeline.png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1BD2E5-76E6-85A5-D75B-477C562C3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09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845961-4CB6-C8A5-D194-A0B55E1B1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KVCache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A0C035-D447-4036-25EB-E726B184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92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D5D830-14E1-42D9-BE6F-275A7A99C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</a:t>
            </a:r>
            <a:r>
              <a:rPr lang="zh-CN" altLang="en-US" dirty="0"/>
              <a:t>的虚拟化管理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C88297-447A-9303-BB1C-D9DF798B3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已经实现了在固定最大容量的情况下，先分配连续的虚拟内存，再按需分配物理内存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两个层级的虚拟化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/>
            <a:r>
              <a:rPr lang="zh-CN" altLang="en-US" sz="2800" dirty="0">
                <a:sym typeface="Wingdings" panose="05000000000000000000" pitchFamily="2" charset="2"/>
              </a:rPr>
              <a:t>（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ym typeface="Wingdings" panose="05000000000000000000" pitchFamily="2" charset="2"/>
              </a:rPr>
              <a:t>）</a:t>
            </a:r>
            <a:r>
              <a:rPr lang="en-US" altLang="zh-CN" sz="2800" dirty="0">
                <a:sym typeface="Wingdings" panose="05000000000000000000" pitchFamily="2" charset="2"/>
              </a:rPr>
              <a:t>block id</a:t>
            </a:r>
            <a:r>
              <a:rPr lang="zh-CN" altLang="en-US" sz="2800" dirty="0">
                <a:sym typeface="Wingdings" panose="05000000000000000000" pitchFamily="2" charset="2"/>
              </a:rPr>
              <a:t>层级的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lvl="1"/>
            <a:r>
              <a:rPr lang="zh-CN" altLang="en-US" sz="2800" dirty="0">
                <a:sym typeface="Wingdings" panose="05000000000000000000" pitchFamily="2" charset="2"/>
              </a:rPr>
              <a:t>（</a:t>
            </a:r>
            <a:r>
              <a:rPr lang="en-US" altLang="zh-CN" sz="2800" dirty="0">
                <a:sym typeface="Wingdings" panose="05000000000000000000" pitchFamily="2" charset="2"/>
              </a:rPr>
              <a:t>2</a:t>
            </a:r>
            <a:r>
              <a:rPr lang="zh-CN" altLang="en-US" sz="2800" dirty="0">
                <a:sym typeface="Wingdings" panose="05000000000000000000" pitchFamily="2" charset="2"/>
              </a:rPr>
              <a:t>）真正虚拟地址层级的</a:t>
            </a: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A1BAA95-357E-FE76-2CC9-39CE701F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944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9F7BC-1BA3-B207-8307-F2FA728638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KVCache</a:t>
            </a:r>
            <a:r>
              <a:rPr lang="zh-CN" altLang="en-US" dirty="0"/>
              <a:t>的管理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EE5C36-0955-0FBC-02D8-9349E515F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17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78773-BA12-D97E-371C-D3118276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KVCacheBlock</a:t>
            </a:r>
            <a:endParaRPr lang="en-US" altLang="zh-CN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B0C1C9-546D-6FFF-B9BA-7DE9E5027E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KVCacheBlock</a:t>
            </a:r>
            <a:r>
              <a:rPr lang="zh-CN" altLang="en-US" dirty="0"/>
              <a:t>不实际存数据，但是存储存数据的位置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记录</a:t>
            </a:r>
            <a:r>
              <a:rPr lang="en-US" altLang="zh-CN" dirty="0"/>
              <a:t>Block id</a:t>
            </a:r>
            <a:r>
              <a:rPr lang="zh-CN" altLang="en-US" dirty="0"/>
              <a:t>（实际数据存储的地方）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记录</a:t>
            </a:r>
            <a:r>
              <a:rPr lang="en-US" altLang="zh-CN" dirty="0" err="1"/>
              <a:t>reference_cnt</a:t>
            </a:r>
            <a:r>
              <a:rPr lang="zh-CN" altLang="en-US" dirty="0"/>
              <a:t>（用于垃圾回收）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记录前后一块空闲缓存块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0A98582-14DC-7957-8E60-EEBE037CD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445" y="732109"/>
            <a:ext cx="2391109" cy="58110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833E8F-AD08-2D55-9DCD-AEA94656F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8258" y="4850052"/>
            <a:ext cx="5315692" cy="523948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D54415F-37E5-1D53-2C44-0310978E3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8417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462FD-83D1-6118-1824-E505BF9E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FreeKVCacheBlockQueue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D151E-724D-880E-2F82-877BB19A4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初始化时就把空闲的</a:t>
            </a:r>
            <a:r>
              <a:rPr lang="en-US" altLang="zh-CN" dirty="0" err="1"/>
              <a:t>KVCacheBlocks</a:t>
            </a:r>
            <a:r>
              <a:rPr lang="zh-CN" altLang="en-US" dirty="0"/>
              <a:t>连成双向链表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提供</a:t>
            </a:r>
            <a:r>
              <a:rPr lang="en-US" altLang="zh-CN" dirty="0" err="1"/>
              <a:t>popleft</a:t>
            </a:r>
            <a:r>
              <a:rPr lang="en-US" altLang="zh-CN" dirty="0"/>
              <a:t> / </a:t>
            </a:r>
            <a:r>
              <a:rPr lang="en-US" altLang="zh-CN" dirty="0" err="1"/>
              <a:t>popleft_n</a:t>
            </a:r>
            <a:r>
              <a:rPr lang="zh-CN" altLang="en-US" dirty="0"/>
              <a:t>弹出空闲块以供使用</a:t>
            </a:r>
            <a:endParaRPr lang="en-US" altLang="zh-CN" dirty="0"/>
          </a:p>
          <a:p>
            <a:r>
              <a:rPr lang="zh-CN" altLang="en-US" dirty="0"/>
              <a:t>提供</a:t>
            </a:r>
            <a:r>
              <a:rPr lang="en-US" altLang="zh-CN" dirty="0"/>
              <a:t>append / </a:t>
            </a:r>
            <a:r>
              <a:rPr lang="en-US" altLang="zh-CN" dirty="0" err="1"/>
              <a:t>append_n</a:t>
            </a:r>
            <a:r>
              <a:rPr lang="zh-CN" altLang="en-US" dirty="0"/>
              <a:t>增加空闲块以回收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50BE5F-FE99-B29D-F90A-E402E4DE9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929" y="2508269"/>
            <a:ext cx="5687219" cy="1695687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9BD357-B2E6-2EA7-CEE8-E7FF212A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466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83B46B-6505-5B74-0DC5-9A4DD5C8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KVCacheSpec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3BBCF2-5081-7CA8-BCC0-2AE626224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基类，指定单层的</a:t>
            </a:r>
            <a:r>
              <a:rPr lang="en-US" altLang="zh-CN" dirty="0" err="1"/>
              <a:t>KVCache</a:t>
            </a:r>
            <a:r>
              <a:rPr lang="zh-CN" altLang="en-US" dirty="0"/>
              <a:t>的格式</a:t>
            </a:r>
            <a:endParaRPr lang="en-US" altLang="zh-CN" dirty="0"/>
          </a:p>
          <a:p>
            <a:r>
              <a:rPr lang="zh-CN" altLang="en-US" dirty="0"/>
              <a:t>记录</a:t>
            </a:r>
            <a:r>
              <a:rPr lang="en-US" altLang="zh-CN" dirty="0" err="1"/>
              <a:t>block_size</a:t>
            </a:r>
            <a:r>
              <a:rPr lang="zh-CN" altLang="en-US" dirty="0"/>
              <a:t>，每个缓存块包含的</a:t>
            </a:r>
            <a:r>
              <a:rPr lang="en-US" altLang="zh-CN" dirty="0"/>
              <a:t>token</a:t>
            </a:r>
            <a:r>
              <a:rPr lang="zh-CN" altLang="en-US" dirty="0"/>
              <a:t>数量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提供抽象方法</a:t>
            </a:r>
            <a:r>
              <a:rPr lang="en-US" altLang="zh-CN" dirty="0" err="1"/>
              <a:t>page_size_bytes</a:t>
            </a:r>
            <a:r>
              <a:rPr lang="zh-CN" altLang="en-US" dirty="0"/>
              <a:t>（一个</a:t>
            </a:r>
            <a:r>
              <a:rPr lang="en-US" altLang="zh-CN" dirty="0"/>
              <a:t>page</a:t>
            </a:r>
            <a:r>
              <a:rPr lang="zh-CN" altLang="en-US" dirty="0"/>
              <a:t>占用的</a:t>
            </a:r>
            <a:r>
              <a:rPr lang="en-US" altLang="zh-CN" dirty="0"/>
              <a:t>bytes</a:t>
            </a:r>
            <a:r>
              <a:rPr lang="zh-CN" altLang="en-US" dirty="0"/>
              <a:t>）、</a:t>
            </a:r>
            <a:r>
              <a:rPr lang="en-US" altLang="zh-CN" dirty="0" err="1"/>
              <a:t>max_memory_usage_bytes</a:t>
            </a:r>
            <a:r>
              <a:rPr lang="zh-CN" altLang="en-US" dirty="0"/>
              <a:t>（该层的</a:t>
            </a:r>
            <a:r>
              <a:rPr lang="en-US" altLang="zh-CN" dirty="0" err="1"/>
              <a:t>KVCache</a:t>
            </a:r>
            <a:r>
              <a:rPr lang="zh-CN" altLang="en-US" dirty="0"/>
              <a:t>最大可以占用的</a:t>
            </a:r>
            <a:r>
              <a:rPr lang="en-US" altLang="zh-CN" dirty="0"/>
              <a:t>mem bytes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AttentionSpec</a:t>
            </a:r>
            <a:r>
              <a:rPr lang="zh-CN" altLang="en-US" dirty="0"/>
              <a:t>、</a:t>
            </a:r>
            <a:r>
              <a:rPr lang="en-US" altLang="zh-CN" dirty="0" err="1"/>
              <a:t>FullAttentionSpec</a:t>
            </a:r>
            <a:r>
              <a:rPr lang="zh-CN" altLang="en-US" dirty="0"/>
              <a:t>、</a:t>
            </a:r>
            <a:r>
              <a:rPr lang="en-US" altLang="zh-CN" dirty="0" err="1"/>
              <a:t>MLAAttentionSpec</a:t>
            </a:r>
            <a:r>
              <a:rPr lang="zh-CN" altLang="en-US" dirty="0"/>
              <a:t>、</a:t>
            </a:r>
            <a:r>
              <a:rPr lang="en-US" altLang="zh-CN" dirty="0" err="1"/>
              <a:t>ChunkedLocalAttentionSpec</a:t>
            </a:r>
            <a:r>
              <a:rPr lang="zh-CN" altLang="en-US" dirty="0"/>
              <a:t>、</a:t>
            </a:r>
            <a:r>
              <a:rPr lang="en-US" altLang="zh-CN" dirty="0" err="1"/>
              <a:t>SlidingWindowSpec</a:t>
            </a:r>
            <a:r>
              <a:rPr lang="zh-CN" altLang="en-US" dirty="0"/>
              <a:t>、</a:t>
            </a:r>
            <a:r>
              <a:rPr lang="en-US" altLang="zh-CN" dirty="0" err="1"/>
              <a:t>MambaSpec</a:t>
            </a:r>
            <a:r>
              <a:rPr lang="zh-CN" altLang="en-US" dirty="0"/>
              <a:t>、</a:t>
            </a:r>
            <a:r>
              <a:rPr lang="en-US" altLang="zh-CN" dirty="0" err="1"/>
              <a:t>CrossAttentionSpec</a:t>
            </a:r>
            <a:r>
              <a:rPr lang="zh-CN" altLang="en-US" dirty="0"/>
              <a:t>、</a:t>
            </a:r>
            <a:r>
              <a:rPr lang="en-US" altLang="zh-CN" dirty="0" err="1"/>
              <a:t>UniformTypeKVCacheSpecs</a:t>
            </a:r>
            <a:r>
              <a:rPr lang="zh-CN" altLang="en-US" dirty="0"/>
              <a:t>均为其子类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DBD1CFA-5ABA-E8B5-24C3-E570613DF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327" y="1429498"/>
            <a:ext cx="3048425" cy="657317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2BBE3702-6B30-BD0E-EF0A-1FA3279B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671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3B970-BF2B-3A22-8EA4-4C6F0E9D0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KVCacheTensor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56EC32-85F0-09D2-6511-62997EE04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描述</a:t>
            </a:r>
            <a:r>
              <a:rPr lang="en-US" altLang="zh-CN" dirty="0" err="1"/>
              <a:t>KVCache</a:t>
            </a:r>
            <a:r>
              <a:rPr lang="zh-CN" altLang="en-US" dirty="0"/>
              <a:t>张量初始化方式，指定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 err="1"/>
              <a:t>KVCache</a:t>
            </a:r>
            <a:r>
              <a:rPr lang="en-US" altLang="zh-CN" dirty="0"/>
              <a:t> Tensor</a:t>
            </a:r>
            <a:r>
              <a:rPr lang="zh-CN" altLang="en-US" dirty="0"/>
              <a:t>的大小</a:t>
            </a:r>
            <a:endParaRPr lang="en-US" altLang="zh-CN" dirty="0"/>
          </a:p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）每个</a:t>
            </a:r>
            <a:r>
              <a:rPr lang="en-US" altLang="zh-CN" dirty="0"/>
              <a:t>worker</a:t>
            </a:r>
            <a:r>
              <a:rPr lang="zh-CN" altLang="en-US" dirty="0"/>
              <a:t>内，哪些层可以共享相同的</a:t>
            </a:r>
            <a:r>
              <a:rPr lang="en-US" altLang="zh-CN" dirty="0" err="1"/>
              <a:t>KVCache</a:t>
            </a:r>
            <a:r>
              <a:rPr lang="zh-CN" altLang="en-US" dirty="0"/>
              <a:t>张量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48B083-D4E0-27E7-76F9-A3E3A4B10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893" y="3591793"/>
            <a:ext cx="9145276" cy="2391109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C2CB9F-0EB7-07C7-4B19-9E0466933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3457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413F74-1AE3-E613-D058-F525C2179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KVCacheGroupSpec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0E5B08-AC3D-982E-AF47-FF8A9E7B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记录</a:t>
            </a:r>
            <a:r>
              <a:rPr lang="en-US" altLang="zh-CN" dirty="0" err="1"/>
              <a:t>KVCache</a:t>
            </a:r>
            <a:r>
              <a:rPr lang="zh-CN" altLang="en-US" dirty="0"/>
              <a:t>分组，表示一组</a:t>
            </a:r>
            <a:r>
              <a:rPr lang="en-US" altLang="zh-CN" dirty="0"/>
              <a:t>layers</a:t>
            </a:r>
            <a:r>
              <a:rPr lang="zh-CN" altLang="en-US" dirty="0"/>
              <a:t>共享同一个</a:t>
            </a:r>
            <a:r>
              <a:rPr lang="en-US" altLang="zh-CN" dirty="0" err="1"/>
              <a:t>KVCacheSpec</a:t>
            </a:r>
            <a:r>
              <a:rPr lang="zh-CN" altLang="en-US" dirty="0"/>
              <a:t>、共享一个</a:t>
            </a:r>
            <a:r>
              <a:rPr lang="en-US" altLang="zh-CN" dirty="0" err="1"/>
              <a:t>KVCache</a:t>
            </a:r>
            <a:r>
              <a:rPr lang="zh-CN" altLang="en-US" dirty="0"/>
              <a:t>的</a:t>
            </a:r>
            <a:r>
              <a:rPr lang="en-US" altLang="zh-CN" dirty="0"/>
              <a:t>block table</a:t>
            </a:r>
          </a:p>
          <a:p>
            <a:r>
              <a:rPr lang="zh-CN" altLang="en-US" dirty="0"/>
              <a:t>在</a:t>
            </a:r>
            <a:r>
              <a:rPr lang="en-US" altLang="zh-CN" dirty="0"/>
              <a:t>KV cache manager</a:t>
            </a:r>
            <a:r>
              <a:rPr lang="zh-CN" altLang="en-US" dirty="0"/>
              <a:t>中，这一组</a:t>
            </a:r>
            <a:r>
              <a:rPr lang="en-US" altLang="zh-CN" dirty="0"/>
              <a:t>layers</a:t>
            </a:r>
            <a:r>
              <a:rPr lang="zh-CN" altLang="en-US" dirty="0"/>
              <a:t>被视为一个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每种</a:t>
            </a:r>
            <a:r>
              <a:rPr lang="en-US" altLang="zh-CN" dirty="0"/>
              <a:t>attention</a:t>
            </a:r>
            <a:r>
              <a:rPr lang="zh-CN" altLang="en-US" dirty="0"/>
              <a:t>类型分为一组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1AA6CDF-90D7-76F9-4BDC-1CEBDAC42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01" t="60785" r="40947"/>
          <a:stretch>
            <a:fillRect/>
          </a:stretch>
        </p:blipFill>
        <p:spPr>
          <a:xfrm>
            <a:off x="7103167" y="3145830"/>
            <a:ext cx="4452730" cy="108381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F4CF07C-1C10-D4BB-05A5-94A807435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773" y="4289278"/>
            <a:ext cx="6456131" cy="2127837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32C11C60-0849-A77A-743C-6E9B2B73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870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101D0C-D15E-DCAA-0C70-82335BDF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KVCacheConfig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ABC152-C23E-A984-4F37-6EB79F5AF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记录</a:t>
            </a:r>
            <a:r>
              <a:rPr lang="en-US" altLang="zh-CN" dirty="0" err="1"/>
              <a:t>kvcache</a:t>
            </a:r>
            <a:r>
              <a:rPr lang="en-US" altLang="zh-CN" dirty="0"/>
              <a:t> block</a:t>
            </a:r>
            <a:r>
              <a:rPr lang="zh-CN" altLang="en-US" dirty="0"/>
              <a:t>的数量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记录每一层的初始化方式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记录有哪些</a:t>
            </a:r>
            <a:r>
              <a:rPr lang="en-US" altLang="zh-CN" dirty="0"/>
              <a:t>groups</a:t>
            </a:r>
            <a:r>
              <a:rPr lang="zh-CN" altLang="en-US" dirty="0"/>
              <a:t>（有几种</a:t>
            </a:r>
            <a:r>
              <a:rPr lang="en-US" altLang="zh-CN" dirty="0"/>
              <a:t>attention</a:t>
            </a:r>
            <a:r>
              <a:rPr lang="zh-CN" altLang="en-US" dirty="0"/>
              <a:t>就有几个</a:t>
            </a:r>
            <a:r>
              <a:rPr lang="en-US" altLang="zh-CN" dirty="0"/>
              <a:t>group</a:t>
            </a:r>
            <a:r>
              <a:rPr lang="zh-CN" altLang="en-US" dirty="0"/>
              <a:t>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222C2FB-462F-0AFC-29B0-B14CA01BF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926" y="3351026"/>
            <a:ext cx="9345329" cy="118126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BB4ABD-3699-E607-CC13-282E9A4BE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26" y="5399554"/>
            <a:ext cx="5587726" cy="3772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06CBBA8-ACF9-2537-C635-AE054E1983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926" y="2338346"/>
            <a:ext cx="9162521" cy="376027"/>
          </a:xfrm>
          <a:prstGeom prst="rect">
            <a:avLst/>
          </a:prstGeom>
        </p:spPr>
      </p:pic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F0C3634-ECB2-0E0B-8AAA-A33AC33A1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8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14E4DC-E148-C68D-22D0-015A06578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BlockHashToBlockMap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688E5B-D9CA-9E4C-0908-D8E6C5846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管理</a:t>
            </a:r>
            <a:r>
              <a:rPr lang="en-US" altLang="zh-CN" dirty="0"/>
              <a:t>block hash</a:t>
            </a:r>
            <a:r>
              <a:rPr lang="zh-CN" altLang="en-US" dirty="0"/>
              <a:t>到</a:t>
            </a:r>
            <a:r>
              <a:rPr lang="en-US" altLang="zh-CN" dirty="0" err="1"/>
              <a:t>KVCacheBlock</a:t>
            </a:r>
            <a:r>
              <a:rPr lang="zh-CN" altLang="en-US" dirty="0"/>
              <a:t>的映射，用于前缀缓存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提供</a:t>
            </a:r>
            <a:r>
              <a:rPr lang="en-US" altLang="zh-CN" dirty="0" err="1"/>
              <a:t>get_one_block</a:t>
            </a:r>
            <a:r>
              <a:rPr lang="zh-CN" altLang="en-US" dirty="0"/>
              <a:t>、</a:t>
            </a:r>
            <a:r>
              <a:rPr lang="en-US" altLang="zh-CN" dirty="0"/>
              <a:t>insert</a:t>
            </a:r>
            <a:r>
              <a:rPr lang="zh-CN" altLang="en-US" dirty="0"/>
              <a:t>、</a:t>
            </a:r>
            <a:r>
              <a:rPr lang="en-US" altLang="zh-CN" dirty="0"/>
              <a:t>pop</a:t>
            </a:r>
            <a:r>
              <a:rPr lang="zh-CN" altLang="en-US" dirty="0"/>
              <a:t>方法操作映射字典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3CDA32C-1B70-1E6B-B68D-3C7D25F34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675" y="2351473"/>
            <a:ext cx="7316221" cy="838317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CAEA66-1988-3F2F-1591-C8034ED42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23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F6383F-0277-2928-A0C0-CB0453B8E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BlockPool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0B98A4-036C-FEE0-3600-43D1A414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48BBA25-668E-5FC3-69A0-8D8DD5A60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741" y="1825625"/>
            <a:ext cx="9588155" cy="427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15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0E5EA-9237-2035-D660-A81FD7DAD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BlockPool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7BFC28-0BF3-54B9-A7A6-FCECEC7D5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__</a:t>
            </a:r>
            <a:r>
              <a:rPr lang="en-US" altLang="zh-CN" dirty="0" err="1"/>
              <a:t>init</a:t>
            </a:r>
            <a:r>
              <a:rPr lang="en-US" altLang="zh-CN" dirty="0"/>
              <a:t>__</a:t>
            </a:r>
            <a:r>
              <a:rPr lang="zh-CN" altLang="en-US" dirty="0"/>
              <a:t>：初始化时，创建所有的</a:t>
            </a:r>
            <a:r>
              <a:rPr lang="en-US" altLang="zh-CN" dirty="0" err="1"/>
              <a:t>KVCacheBlock</a:t>
            </a:r>
            <a:r>
              <a:rPr lang="zh-CN" altLang="en-US" dirty="0"/>
              <a:t>和</a:t>
            </a:r>
            <a:r>
              <a:rPr lang="en-US" altLang="zh-CN" dirty="0" err="1"/>
              <a:t>FreeKVCacheBlockQueue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cache_full_blocks</a:t>
            </a:r>
            <a:r>
              <a:rPr lang="zh-CN" altLang="en-US" dirty="0"/>
              <a:t>：将已经装满了的</a:t>
            </a:r>
            <a:r>
              <a:rPr lang="en-US" altLang="zh-CN" dirty="0"/>
              <a:t>block</a:t>
            </a:r>
            <a:r>
              <a:rPr lang="zh-CN" altLang="en-US" dirty="0"/>
              <a:t>，插入到</a:t>
            </a:r>
            <a:r>
              <a:rPr lang="en-US" altLang="zh-CN" dirty="0" err="1"/>
              <a:t>cached_block_hash_to_block</a:t>
            </a:r>
            <a:r>
              <a:rPr lang="zh-CN" altLang="en-US" dirty="0"/>
              <a:t>中去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0391E9-46CF-824B-604D-689735A76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34" y="2749561"/>
            <a:ext cx="6154009" cy="82879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C357CA-7FDE-D76D-4F26-E1FADD094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934" y="3604982"/>
            <a:ext cx="6563641" cy="32389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65CEEA-24B6-FF3A-4163-EA63018E5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933" y="5219577"/>
            <a:ext cx="9370573" cy="323894"/>
          </a:xfrm>
          <a:prstGeom prst="rect">
            <a:avLst/>
          </a:prstGeom>
        </p:spPr>
      </p:pic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4B8BA707-8324-553E-EC95-D362B6E9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338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04F91-1416-A250-C564-ED81A2698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0B1140-6F48-1009-A447-E9DE1A33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BlockPool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FE8E0-89D9-77DF-C24D-F45490A7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get_cached_block</a:t>
            </a:r>
            <a:r>
              <a:rPr lang="zh-CN" altLang="en-US" dirty="0"/>
              <a:t>：根据</a:t>
            </a:r>
            <a:r>
              <a:rPr lang="en-US" altLang="zh-CN" dirty="0" err="1"/>
              <a:t>block_hash</a:t>
            </a:r>
            <a:r>
              <a:rPr lang="zh-CN" altLang="en-US" dirty="0"/>
              <a:t>和</a:t>
            </a:r>
            <a:r>
              <a:rPr lang="en-US" altLang="zh-CN" dirty="0" err="1"/>
              <a:t>kv_cache_group_ids</a:t>
            </a:r>
            <a:r>
              <a:rPr lang="zh-CN" altLang="en-US" dirty="0"/>
              <a:t>，查找每个</a:t>
            </a:r>
            <a:r>
              <a:rPr lang="en-US" altLang="zh-CN" dirty="0"/>
              <a:t>group</a:t>
            </a:r>
            <a:r>
              <a:rPr lang="zh-CN" altLang="en-US" dirty="0"/>
              <a:t>的缓存到</a:t>
            </a:r>
            <a:r>
              <a:rPr lang="en-US" altLang="zh-CN" dirty="0" err="1"/>
              <a:t>cached_block_hash_to_block</a:t>
            </a:r>
            <a:r>
              <a:rPr lang="zh-CN" altLang="en-US" dirty="0"/>
              <a:t>的</a:t>
            </a:r>
            <a:r>
              <a:rPr lang="en-US" altLang="zh-CN" dirty="0"/>
              <a:t>block</a:t>
            </a:r>
          </a:p>
          <a:p>
            <a:pPr marL="0" indent="0">
              <a:buNone/>
            </a:pPr>
            <a:r>
              <a:rPr lang="zh-CN" altLang="en-US" dirty="0"/>
              <a:t>（存到</a:t>
            </a:r>
            <a:r>
              <a:rPr lang="en-US" altLang="zh-CN" dirty="0"/>
              <a:t>block</a:t>
            </a:r>
            <a:r>
              <a:rPr lang="zh-CN" altLang="en-US" dirty="0"/>
              <a:t>没用，要到</a:t>
            </a:r>
            <a:r>
              <a:rPr lang="en-US" altLang="zh-CN" dirty="0" err="1"/>
              <a:t>cached_block_hash_to_block</a:t>
            </a:r>
            <a:r>
              <a:rPr lang="zh-CN" altLang="en-US" dirty="0"/>
              <a:t>才可复用）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 err="1"/>
              <a:t>get_new_blocks</a:t>
            </a:r>
            <a:r>
              <a:rPr lang="zh-CN" altLang="en-US" dirty="0"/>
              <a:t>：从空闲队列分配指定数量的新</a:t>
            </a:r>
            <a:r>
              <a:rPr lang="en-US" altLang="zh-CN" dirty="0"/>
              <a:t>block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（</a:t>
            </a:r>
            <a:r>
              <a:rPr lang="en-US" altLang="zh-CN" dirty="0"/>
              <a:t>Block</a:t>
            </a:r>
            <a:r>
              <a:rPr lang="zh-CN" altLang="en-US" dirty="0"/>
              <a:t>被重新分配时，之前缓存在</a:t>
            </a:r>
            <a:r>
              <a:rPr lang="en-US" altLang="zh-CN" dirty="0" err="1"/>
              <a:t>cached_block_hash_to_block</a:t>
            </a:r>
            <a:r>
              <a:rPr lang="zh-CN" altLang="en-US" dirty="0"/>
              <a:t>里面的已经失效，因此会先从</a:t>
            </a:r>
            <a:r>
              <a:rPr lang="en-US" altLang="zh-CN" dirty="0" err="1"/>
              <a:t>cached_block_hash_to_block</a:t>
            </a:r>
            <a:r>
              <a:rPr lang="zh-CN" altLang="en-US" dirty="0"/>
              <a:t>移除）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2DE05B6-2DEC-5B74-F1CE-2A9089610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87" y="4338615"/>
            <a:ext cx="7925906" cy="314369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FADB4ED-A0D9-A72A-3052-32CBA9E0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233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EBC61C-F352-F1A2-4206-42ECB9972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BlockPool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63FA9D-CC28-6518-6A66-CA39EECF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touch</a:t>
            </a:r>
            <a:r>
              <a:rPr lang="zh-CN" altLang="en-US" dirty="0"/>
              <a:t>：将传入的</a:t>
            </a:r>
            <a:r>
              <a:rPr lang="en-US" altLang="zh-CN" dirty="0" err="1"/>
              <a:t>KVCacheBlock</a:t>
            </a:r>
            <a:r>
              <a:rPr lang="zh-CN" altLang="en-US" dirty="0"/>
              <a:t>的</a:t>
            </a:r>
            <a:r>
              <a:rPr lang="en-US" altLang="zh-CN" dirty="0" err="1"/>
              <a:t>ref_cnt</a:t>
            </a:r>
            <a:r>
              <a:rPr lang="zh-CN" altLang="en-US" dirty="0"/>
              <a:t>都加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/>
              <a:t>+1</a:t>
            </a:r>
            <a:r>
              <a:rPr lang="zh-CN" altLang="en-US" dirty="0"/>
              <a:t>之前就</a:t>
            </a:r>
            <a:r>
              <a:rPr lang="en-US" altLang="zh-CN" dirty="0" err="1"/>
              <a:t>ref_cnt</a:t>
            </a:r>
            <a:r>
              <a:rPr lang="en-US" altLang="zh-CN" dirty="0"/>
              <a:t>==0</a:t>
            </a:r>
            <a:r>
              <a:rPr lang="zh-CN" altLang="en-US" dirty="0"/>
              <a:t>，说明它当前处于空闲队列；当新请求命中该</a:t>
            </a:r>
            <a:r>
              <a:rPr lang="en-US" altLang="zh-CN" dirty="0"/>
              <a:t>block</a:t>
            </a:r>
            <a:r>
              <a:rPr lang="zh-CN" altLang="en-US" dirty="0"/>
              <a:t>时，则将其移除空闲队列，以防止其被再次分配</a:t>
            </a:r>
            <a:r>
              <a:rPr lang="en-US" altLang="zh-CN" dirty="0"/>
              <a:t>/</a:t>
            </a:r>
            <a:r>
              <a:rPr lang="zh-CN" altLang="en-US" dirty="0"/>
              <a:t>淘汰）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free_blocks</a:t>
            </a:r>
            <a:r>
              <a:rPr lang="zh-CN" altLang="en-US" dirty="0"/>
              <a:t>：将传入的</a:t>
            </a:r>
            <a:r>
              <a:rPr lang="en-US" altLang="zh-CN" dirty="0" err="1"/>
              <a:t>KVCacheBlock</a:t>
            </a:r>
            <a:r>
              <a:rPr lang="zh-CN" altLang="en-US" dirty="0"/>
              <a:t>的</a:t>
            </a:r>
            <a:r>
              <a:rPr lang="en-US" altLang="zh-CN" dirty="0" err="1"/>
              <a:t>ref_cnt</a:t>
            </a:r>
            <a:r>
              <a:rPr lang="zh-CN" altLang="en-US" dirty="0"/>
              <a:t>都减</a:t>
            </a:r>
            <a:r>
              <a:rPr lang="en-US" altLang="zh-CN" dirty="0"/>
              <a:t>1</a:t>
            </a:r>
            <a:r>
              <a:rPr lang="zh-CN" altLang="en-US" dirty="0"/>
              <a:t>（</a:t>
            </a:r>
            <a:r>
              <a:rPr lang="en-US" altLang="zh-CN" dirty="0"/>
              <a:t>-1</a:t>
            </a:r>
            <a:r>
              <a:rPr lang="zh-CN" altLang="en-US" dirty="0"/>
              <a:t>后</a:t>
            </a:r>
            <a:r>
              <a:rPr lang="en-US" altLang="zh-CN" dirty="0" err="1"/>
              <a:t>ref_cnt</a:t>
            </a:r>
            <a:r>
              <a:rPr lang="en-US" altLang="zh-CN" dirty="0"/>
              <a:t>==0</a:t>
            </a:r>
            <a:r>
              <a:rPr lang="zh-CN" altLang="en-US" dirty="0"/>
              <a:t>，则加入空闲队列，等待再次分配）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867A31-7725-682C-EA1A-B53C4FE44F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843" y="3143210"/>
            <a:ext cx="2095792" cy="2857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ED25743-8828-58CA-FDC2-7470446CA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843" y="4545770"/>
            <a:ext cx="2133898" cy="257211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C6300B4E-1287-19E9-AD42-43C35C0C7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617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27C2A-F774-01CD-C024-BCA5D4FE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3EC74E-2B99-0155-0B90-3BEE36C16D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KVCache</a:t>
            </a:r>
            <a:r>
              <a:rPr lang="zh-CN" altLang="en-US" dirty="0"/>
              <a:t>的存储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E309EEB-2C54-B6D7-365E-D6384E49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569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53186-358F-4911-F06E-8293B0E0B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KVCache</a:t>
            </a:r>
            <a:r>
              <a:rPr lang="zh-CN" altLang="en-US" dirty="0"/>
              <a:t>存储层次结构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6DFD41-4E41-57DE-0360-2382F929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504E73-7119-692D-AC18-181B05207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264" y="2116568"/>
            <a:ext cx="10121471" cy="3288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9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757302-EF0F-129B-DAF2-6FBEC445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EngineCore</a:t>
            </a:r>
            <a:r>
              <a:rPr lang="en-US" altLang="zh-CN" dirty="0"/>
              <a:t>._</a:t>
            </a:r>
            <a:r>
              <a:rPr lang="en-US" altLang="zh-CN" dirty="0" err="1"/>
              <a:t>initialize_kv_caches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C00FE0-5FB5-C732-4A7C-C4C740AE1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计算</a:t>
            </a:r>
            <a:r>
              <a:rPr lang="en-US" altLang="zh-CN" dirty="0" err="1"/>
              <a:t>KVCache</a:t>
            </a:r>
            <a:r>
              <a:rPr lang="zh-CN" altLang="en-US" dirty="0"/>
              <a:t>的</a:t>
            </a:r>
            <a:r>
              <a:rPr lang="en-US" altLang="zh-CN" dirty="0"/>
              <a:t>size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591C297-FF1A-F6E1-6093-E7CB69D59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432A63-CE3F-1BB7-506B-798DE9DEF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2503757"/>
            <a:ext cx="10640910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20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F86063-8029-B5AF-D720-B72527A6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E16DA-97E0-86D9-97C5-AEE597CA8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4AA521-AADF-DAB6-8C99-A6E2A4D1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FD0765-43D2-ED47-0244-1CB409CE6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470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A96B8-8869-094C-1615-F67B6EB88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GPUModelRunner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42229D-D579-E8AC-41B9-2AEE87F91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initialize_kv_cache</a:t>
            </a:r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BA600B9-88AC-6525-6AA0-04E120572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199" y="2496134"/>
            <a:ext cx="9030960" cy="1505160"/>
          </a:xfrm>
          <a:prstGeom prst="rect">
            <a:avLst/>
          </a:prstGeom>
        </p:spPr>
      </p:pic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A527BDF5-F053-0EFB-A644-F839783A0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081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8AA5D-916D-09B0-1206-5C0D58D2E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A308A-31F8-EF1C-BFC5-FAB6F2896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GPUModelRunner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57C9470-C0B0-6BF7-7A75-A001BBFAC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initialize_kv_cache_tensors</a:t>
            </a:r>
            <a:r>
              <a:rPr lang="zh-CN" altLang="en-US" dirty="0"/>
              <a:t>：分配张量、根据</a:t>
            </a:r>
            <a:r>
              <a:rPr lang="en-US" altLang="zh-CN" dirty="0"/>
              <a:t>config</a:t>
            </a:r>
            <a:r>
              <a:rPr lang="zh-CN" altLang="en-US" dirty="0"/>
              <a:t>和</a:t>
            </a:r>
            <a:r>
              <a:rPr lang="en-US" altLang="zh-CN" dirty="0"/>
              <a:t>block size</a:t>
            </a:r>
            <a:r>
              <a:rPr lang="zh-CN" altLang="en-US" dirty="0"/>
              <a:t>进行</a:t>
            </a:r>
            <a:r>
              <a:rPr lang="en-US" altLang="zh-CN" dirty="0"/>
              <a:t>reshape</a:t>
            </a:r>
            <a:r>
              <a:rPr lang="zh-CN" altLang="en-US" dirty="0"/>
              <a:t>、处理共享</a:t>
            </a:r>
            <a:r>
              <a:rPr lang="en-US" altLang="zh-CN" dirty="0" err="1"/>
              <a:t>KVCache</a:t>
            </a:r>
            <a:r>
              <a:rPr lang="zh-CN" altLang="en-US" dirty="0"/>
              <a:t>的层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19ABD93-A2D2-0EF4-12FE-2B957445F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2" y="2763079"/>
            <a:ext cx="7985227" cy="386435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F3FC41-8FFC-104B-1DC8-46D01538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698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FD3FC0-12C7-3D51-218A-805FE6EF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GPUModelRunner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2279C-4578-744B-50C5-088732FD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130"/>
            <a:ext cx="10515600" cy="4799220"/>
          </a:xfrm>
        </p:spPr>
        <p:txBody>
          <a:bodyPr>
            <a:normAutofit/>
          </a:bodyPr>
          <a:lstStyle/>
          <a:p>
            <a:r>
              <a:rPr lang="en-US" altLang="zh-CN" dirty="0"/>
              <a:t>_</a:t>
            </a:r>
            <a:r>
              <a:rPr lang="en-US" altLang="zh-CN" dirty="0" err="1"/>
              <a:t>allocate_kv_cache_tensors</a:t>
            </a:r>
            <a:r>
              <a:rPr lang="zh-CN" altLang="en-US" dirty="0"/>
              <a:t>：每种类型的层分别分配</a:t>
            </a:r>
            <a:r>
              <a:rPr lang="en-US" altLang="zh-CN" dirty="0"/>
              <a:t>tensor</a:t>
            </a:r>
            <a:r>
              <a:rPr lang="zh-CN" altLang="en-US" dirty="0"/>
              <a:t>（</a:t>
            </a:r>
            <a:r>
              <a:rPr lang="en-US" altLang="zh-CN" dirty="0" err="1"/>
              <a:t>kv_cache_raw_tensors</a:t>
            </a:r>
            <a:r>
              <a:rPr lang="en-US" altLang="zh-CN" dirty="0"/>
              <a:t>: </a:t>
            </a:r>
            <a:r>
              <a:rPr lang="en-US" altLang="zh-CN" dirty="0" err="1"/>
              <a:t>dict</a:t>
            </a:r>
            <a:r>
              <a:rPr lang="en-US" altLang="zh-CN" dirty="0"/>
              <a:t>[str, </a:t>
            </a:r>
            <a:r>
              <a:rPr lang="en-US" altLang="zh-CN" dirty="0" err="1"/>
              <a:t>torch.Tensor</a:t>
            </a:r>
            <a:r>
              <a:rPr lang="en-US" altLang="zh-CN" dirty="0"/>
              <a:t>]</a:t>
            </a:r>
            <a:r>
              <a:rPr lang="zh-CN" altLang="en-US" dirty="0"/>
              <a:t>）每一种</a:t>
            </a:r>
            <a:r>
              <a:rPr lang="en-US" altLang="zh-CN" dirty="0"/>
              <a:t>attention</a:t>
            </a:r>
            <a:r>
              <a:rPr lang="zh-CN" altLang="en-US" dirty="0"/>
              <a:t>类型的所有</a:t>
            </a:r>
            <a:r>
              <a:rPr lang="en-US" altLang="zh-CN" dirty="0" err="1"/>
              <a:t>KVCache</a:t>
            </a:r>
            <a:r>
              <a:rPr lang="zh-CN" altLang="en-US" dirty="0"/>
              <a:t>都存在相应的</a:t>
            </a:r>
            <a:r>
              <a:rPr lang="en-US" altLang="zh-CN" dirty="0"/>
              <a:t>tensor</a:t>
            </a:r>
            <a:r>
              <a:rPr lang="zh-CN" altLang="en-US" dirty="0"/>
              <a:t>的大</a:t>
            </a:r>
            <a:r>
              <a:rPr lang="en-US" altLang="zh-CN" dirty="0"/>
              <a:t>buffer</a:t>
            </a:r>
            <a:r>
              <a:rPr lang="zh-CN" altLang="en-US" dirty="0"/>
              <a:t>里面，里面的虚拟地址是连续的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端分配张量，</a:t>
            </a:r>
            <a:r>
              <a:rPr lang="en-US" altLang="zh-CN" dirty="0"/>
              <a:t>CUDA</a:t>
            </a:r>
            <a:r>
              <a:rPr lang="zh-CN" altLang="en-US" dirty="0"/>
              <a:t>端负责写入和操作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8B638DD-E181-41E1-6D0C-42DA76E41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070" y="3304204"/>
            <a:ext cx="8349248" cy="2241831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853DC5-2451-A647-C879-4E49D2FD2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0708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B1DB55-851A-1503-267D-FFD4809A5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GPUModelRunner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F86725-CC70-8FBE-B526-B015C9F9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调用</a:t>
            </a:r>
            <a:r>
              <a:rPr lang="en-US" altLang="zh-CN" dirty="0" err="1"/>
              <a:t>bind_kv_cache</a:t>
            </a:r>
            <a:r>
              <a:rPr lang="zh-CN" altLang="en-US" dirty="0"/>
              <a:t>，将</a:t>
            </a:r>
            <a:r>
              <a:rPr lang="en-US" altLang="zh-CN" dirty="0" err="1"/>
              <a:t>KVCache</a:t>
            </a:r>
            <a:r>
              <a:rPr lang="zh-CN" altLang="en-US" dirty="0"/>
              <a:t>装入</a:t>
            </a:r>
            <a:r>
              <a:rPr lang="en-US" altLang="zh-CN" dirty="0"/>
              <a:t>attention</a:t>
            </a:r>
            <a:r>
              <a:rPr lang="zh-CN" altLang="en-US" dirty="0"/>
              <a:t>类的成员变量里面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39EF6-E6B4-87F1-3E45-DD8E9C95D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25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E6C40F8-D040-73FB-AF36-9CF3B9E6C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62" y="2795052"/>
            <a:ext cx="856417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94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96EC6-85EC-EC53-4399-7DC10E55A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Attention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1729A7-C0EC-E454-10BE-0104B95CA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Init</a:t>
            </a:r>
            <a:r>
              <a:rPr lang="zh-CN" altLang="en-US" dirty="0"/>
              <a:t>：这只是一个占位，不是实际用于存储历史 </a:t>
            </a:r>
            <a:r>
              <a:rPr lang="en-US" altLang="zh-CN" dirty="0"/>
              <a:t>key/value </a:t>
            </a:r>
            <a:r>
              <a:rPr lang="zh-CN" altLang="en-US" dirty="0"/>
              <a:t>的内存，推理前会调用</a:t>
            </a:r>
            <a:r>
              <a:rPr lang="en-US" altLang="zh-CN" dirty="0" err="1"/>
              <a:t>bind_kv_cache</a:t>
            </a:r>
            <a:r>
              <a:rPr lang="zh-CN" altLang="en-US" dirty="0"/>
              <a:t>把真正的</a:t>
            </a:r>
            <a:r>
              <a:rPr lang="en-US" altLang="zh-CN" dirty="0" err="1"/>
              <a:t>KVCache</a:t>
            </a:r>
            <a:r>
              <a:rPr lang="zh-CN" altLang="en-US" dirty="0"/>
              <a:t>载入这里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en-US" altLang="zh-CN" dirty="0"/>
              <a:t>Forward</a:t>
            </a:r>
            <a:r>
              <a:rPr lang="zh-CN" altLang="en-US" dirty="0"/>
              <a:t>：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F431F6-E4C3-A4EF-154F-058FD827D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26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A463D08-EC49-50DF-183E-151B4617C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102" y="4308787"/>
            <a:ext cx="6954220" cy="109552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352745C-4444-B109-E5E6-701DD673E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307" y="2820029"/>
            <a:ext cx="8097380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440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CFFD7-91F4-8367-62A0-22E3D4C5E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bind_kv_cache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89698C-AD6C-3501-369A-430164AAD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将传入的</a:t>
            </a:r>
            <a:r>
              <a:rPr lang="en-US" altLang="zh-CN" dirty="0" err="1"/>
              <a:t>KVCache</a:t>
            </a:r>
            <a:r>
              <a:rPr lang="zh-CN" altLang="en-US" dirty="0"/>
              <a:t>按层进行分组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绑定到每个</a:t>
            </a:r>
            <a:r>
              <a:rPr lang="en-US" altLang="zh-CN" dirty="0"/>
              <a:t>Attention</a:t>
            </a:r>
            <a:r>
              <a:rPr lang="zh-CN" altLang="en-US" dirty="0"/>
              <a:t>层</a:t>
            </a:r>
          </a:p>
          <a:p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DBF0AB-E1F2-1341-F269-C1ECA9290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BECED78-3DF7-A495-8D15-89669A4D2D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721" y="223646"/>
            <a:ext cx="4970965" cy="160852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ACB3A93-9C8B-457D-9A8A-16A902AF35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19" y="2352525"/>
            <a:ext cx="6833552" cy="12869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3BC08A8-1247-EDF6-248B-82F9D3CD5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0520" y="4374763"/>
            <a:ext cx="6833552" cy="1195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36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EE916E-7B2D-9D02-9975-0A41BB858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499607-6876-D201-94D8-ECE20080B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请求推理开始前会执行：</a:t>
            </a:r>
            <a:r>
              <a:rPr lang="en-US" altLang="zh-CN" dirty="0" err="1"/>
              <a:t>compute_slot_mapping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Block table</a:t>
            </a:r>
            <a:r>
              <a:rPr lang="zh-CN" altLang="en-US" dirty="0"/>
              <a:t>为二维矩阵，每行对应一个请求，每列对应该请求分配到的</a:t>
            </a:r>
            <a:r>
              <a:rPr lang="en-US" altLang="zh-CN" dirty="0"/>
              <a:t>block</a:t>
            </a:r>
            <a:r>
              <a:rPr lang="zh-CN" altLang="en-US" dirty="0"/>
              <a:t> </a:t>
            </a:r>
            <a:r>
              <a:rPr lang="en-US" altLang="zh-CN" dirty="0"/>
              <a:t>id</a:t>
            </a:r>
            <a:r>
              <a:rPr lang="zh-CN" altLang="en-US" dirty="0"/>
              <a:t>，矩阵形状</a:t>
            </a:r>
            <a:r>
              <a:rPr lang="pt-BR" altLang="zh-CN" dirty="0"/>
              <a:t>[max_num_reqs, max_num_blocks_per_req]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3A13446-3700-F580-96B1-DA4E38B14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072" y="2404263"/>
            <a:ext cx="9897856" cy="116221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389D64-94F5-9EE3-7B59-4029CE01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7990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D52D-8ADD-30A6-3DE5-9ED7FFD56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BAF28C-92C3-B293-E3E1-D2CD898E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B9407C-AC64-0406-8179-D47135F89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compute_slot_mapping</a:t>
            </a:r>
            <a:r>
              <a:rPr lang="zh-CN" altLang="en-US" dirty="0"/>
              <a:t>：</a:t>
            </a:r>
            <a:r>
              <a:rPr lang="en-US" altLang="zh-CN" dirty="0" err="1"/>
              <a:t>self.slot_mapping</a:t>
            </a:r>
            <a:r>
              <a:rPr lang="zh-CN" altLang="en-US" dirty="0"/>
              <a:t>是长度为</a:t>
            </a:r>
            <a:r>
              <a:rPr lang="en-US" altLang="zh-CN" dirty="0" err="1"/>
              <a:t>max_num_batched_tokens</a:t>
            </a:r>
            <a:r>
              <a:rPr lang="zh-CN" altLang="en-US" dirty="0"/>
              <a:t>的一维数组，将每个</a:t>
            </a:r>
            <a:r>
              <a:rPr lang="en-US" altLang="zh-CN" dirty="0"/>
              <a:t>token</a:t>
            </a:r>
            <a:r>
              <a:rPr lang="zh-CN" altLang="en-US" dirty="0"/>
              <a:t>的全局位置映射到实际的</a:t>
            </a:r>
            <a:r>
              <a:rPr lang="en-US" altLang="zh-CN" dirty="0" err="1"/>
              <a:t>KVCache</a:t>
            </a:r>
            <a:r>
              <a:rPr lang="en-US" altLang="zh-CN" dirty="0"/>
              <a:t> slots</a:t>
            </a:r>
            <a:r>
              <a:rPr lang="zh-CN" altLang="en-US" dirty="0"/>
              <a:t>（</a:t>
            </a:r>
            <a:r>
              <a:rPr lang="en-US" altLang="zh-CN" dirty="0"/>
              <a:t>block</a:t>
            </a:r>
            <a:r>
              <a:rPr lang="zh-CN" altLang="en-US" dirty="0"/>
              <a:t>内的偏移地址）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如果是单机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95AF46-3135-26E7-B2E3-E9944041B8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246" y="4642927"/>
            <a:ext cx="6154009" cy="1362265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5A2E0A-A96B-3FF0-46B3-F4500213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29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3A3F58-0416-F782-EB64-8729E319A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46" y="3096293"/>
            <a:ext cx="6592220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988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D76D-4BC9-8D43-F2D6-737DB33E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2EE023-2504-E0DF-8ACA-0D7021D44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288BF0-A2A1-D88F-8FDC-9E8884DB1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759364"/>
            <a:ext cx="10638183" cy="4351338"/>
          </a:xfrm>
        </p:spPr>
        <p:txBody>
          <a:bodyPr/>
          <a:lstStyle/>
          <a:p>
            <a:r>
              <a:rPr lang="zh-CN" altLang="en-US" dirty="0"/>
              <a:t>如果是分布式：虚拟块大小 </a:t>
            </a:r>
            <a:r>
              <a:rPr lang="en-US" altLang="zh-CN" dirty="0"/>
              <a:t>= </a:t>
            </a:r>
            <a:r>
              <a:rPr lang="zh-CN" altLang="en-US" dirty="0"/>
              <a:t>单块大小 </a:t>
            </a:r>
            <a:r>
              <a:rPr lang="en-US" altLang="zh-CN" dirty="0"/>
              <a:t>× GPU</a:t>
            </a:r>
            <a:r>
              <a:rPr lang="zh-CN" altLang="en-US" dirty="0"/>
              <a:t>数量（把所有</a:t>
            </a:r>
            <a:r>
              <a:rPr lang="en-US" altLang="zh-CN" dirty="0"/>
              <a:t>GPU</a:t>
            </a:r>
            <a:r>
              <a:rPr lang="zh-CN" altLang="en-US" dirty="0"/>
              <a:t>上的</a:t>
            </a:r>
            <a:r>
              <a:rPr lang="en-US" altLang="zh-CN" dirty="0" err="1"/>
              <a:t>KVCache</a:t>
            </a:r>
            <a:r>
              <a:rPr lang="zh-CN" altLang="en-US" dirty="0"/>
              <a:t>视为一个大块）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计算每个</a:t>
            </a:r>
            <a:r>
              <a:rPr lang="en-US" altLang="zh-CN" dirty="0"/>
              <a:t>token</a:t>
            </a:r>
            <a:r>
              <a:rPr lang="zh-CN" altLang="en-US" dirty="0"/>
              <a:t>在</a:t>
            </a:r>
            <a:r>
              <a:rPr lang="en-US" altLang="zh-CN" dirty="0" err="1"/>
              <a:t>block_table</a:t>
            </a:r>
            <a:r>
              <a:rPr lang="zh-CN" altLang="en-US" dirty="0"/>
              <a:t>中的块索引，并用其查找块号</a:t>
            </a:r>
            <a:r>
              <a:rPr lang="en-US" altLang="zh-CN" dirty="0" err="1"/>
              <a:t>block_id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req_indices</a:t>
            </a:r>
            <a:r>
              <a:rPr lang="en-US" altLang="zh-CN" dirty="0"/>
              <a:t> * </a:t>
            </a:r>
            <a:r>
              <a:rPr lang="en-US" altLang="zh-CN" dirty="0" err="1"/>
              <a:t>self.max_num_blocks_per_req</a:t>
            </a:r>
            <a:r>
              <a:rPr lang="zh-CN" altLang="en-US" dirty="0"/>
              <a:t>：定位到每个请求在</a:t>
            </a:r>
            <a:r>
              <a:rPr lang="en-US" altLang="zh-CN" dirty="0" err="1"/>
              <a:t>block_table</a:t>
            </a:r>
            <a:r>
              <a:rPr lang="zh-CN" altLang="en-US" dirty="0"/>
              <a:t>的起始行；</a:t>
            </a:r>
            <a:r>
              <a:rPr lang="en-US" altLang="zh-CN" dirty="0"/>
              <a:t>positions // </a:t>
            </a:r>
            <a:r>
              <a:rPr lang="en-US" altLang="zh-CN" dirty="0" err="1"/>
              <a:t>virtual_block_size</a:t>
            </a:r>
            <a:r>
              <a:rPr lang="zh-CN" altLang="en-US" dirty="0"/>
              <a:t>：每个</a:t>
            </a:r>
            <a:r>
              <a:rPr lang="en-US" altLang="zh-CN" dirty="0"/>
              <a:t>token</a:t>
            </a:r>
            <a:r>
              <a:rPr lang="zh-CN" altLang="en-US" dirty="0"/>
              <a:t>在虚拟块中的块号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79CC1C9-4C4F-4009-DE83-F28ECF628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97" y="2646259"/>
            <a:ext cx="7606705" cy="3487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EF2377-9912-00D2-65D6-3D01E4339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798" y="4914386"/>
            <a:ext cx="7354326" cy="1428949"/>
          </a:xfrm>
          <a:prstGeom prst="rect">
            <a:avLst/>
          </a:prstGeom>
        </p:spPr>
      </p:pic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AAF2CFF9-3D97-E5A7-C637-B134334E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6312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BA7F1-6F3B-B87A-B0B7-94D7895F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48CF1-0F25-5CEE-AC1D-078F266E8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BlockTable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B6066C-86A9-D161-BA22-320DAD483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9364"/>
            <a:ext cx="10515600" cy="4351338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计算块内偏移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</a:t>
            </a:r>
            <a:r>
              <a:rPr lang="en-US" altLang="zh-CN" dirty="0" err="1"/>
              <a:t>slot_mapping</a:t>
            </a:r>
            <a:r>
              <a:rPr lang="zh-CN" altLang="en-US" dirty="0"/>
              <a:t>：绝对物理地址 </a:t>
            </a:r>
            <a:r>
              <a:rPr lang="en-US" altLang="zh-CN" dirty="0"/>
              <a:t>= </a:t>
            </a:r>
            <a:r>
              <a:rPr lang="zh-CN" altLang="en-US" dirty="0"/>
              <a:t>块号 </a:t>
            </a:r>
            <a:r>
              <a:rPr lang="en-US" altLang="zh-CN" dirty="0"/>
              <a:t>× </a:t>
            </a:r>
            <a:r>
              <a:rPr lang="zh-CN" altLang="en-US" dirty="0"/>
              <a:t>块大小 </a:t>
            </a:r>
            <a:r>
              <a:rPr lang="en-US" altLang="zh-CN" dirty="0"/>
              <a:t>+ </a:t>
            </a:r>
            <a:r>
              <a:rPr lang="zh-CN" altLang="en-US" dirty="0"/>
              <a:t>块内偏移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之后，移动到</a:t>
            </a:r>
            <a:r>
              <a:rPr lang="en-US" altLang="zh-CN" dirty="0"/>
              <a:t>GPU</a:t>
            </a:r>
            <a:r>
              <a:rPr lang="zh-CN" altLang="en-US" dirty="0"/>
              <a:t>上去，推理时可以</a:t>
            </a:r>
            <a:r>
              <a:rPr lang="en-US" altLang="zh-CN" dirty="0"/>
              <a:t>O(1)</a:t>
            </a:r>
            <a:r>
              <a:rPr lang="zh-CN" altLang="en-US" dirty="0"/>
              <a:t>访问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7673280-5CE2-3DF4-95D6-532F99A79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042" y="2809027"/>
            <a:ext cx="8109454" cy="3383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1CBA298-EBF4-9B28-A8EB-C0E831892F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042" y="3858690"/>
            <a:ext cx="8704108" cy="338364"/>
          </a:xfrm>
          <a:prstGeom prst="rect">
            <a:avLst/>
          </a:prstGeom>
        </p:spPr>
      </p:pic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4C1F70E-3E64-F4A0-7D4F-742101E20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209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8C0995-2711-BC16-68B3-D8C26D77B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cache_kernels.cu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EFBD84-98F0-A69E-F043-CC72D958F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reshape_and_cache</a:t>
            </a:r>
            <a:r>
              <a:rPr lang="zh-CN" altLang="en-US" dirty="0"/>
              <a:t>：把</a:t>
            </a:r>
            <a:r>
              <a:rPr lang="en-US" altLang="zh-CN" dirty="0"/>
              <a:t>[</a:t>
            </a:r>
            <a:r>
              <a:rPr lang="en-US" altLang="zh-CN" dirty="0" err="1"/>
              <a:t>num_tokens</a:t>
            </a:r>
            <a:r>
              <a:rPr lang="en-US" altLang="zh-CN" dirty="0"/>
              <a:t>, </a:t>
            </a:r>
            <a:r>
              <a:rPr lang="en-US" altLang="zh-CN" dirty="0" err="1"/>
              <a:t>num_heads</a:t>
            </a:r>
            <a:r>
              <a:rPr lang="en-US" altLang="zh-CN" dirty="0"/>
              <a:t>, </a:t>
            </a:r>
            <a:r>
              <a:rPr lang="en-US" altLang="zh-CN" dirty="0" err="1"/>
              <a:t>head_size</a:t>
            </a:r>
            <a:r>
              <a:rPr lang="en-US" altLang="zh-CN" dirty="0"/>
              <a:t>]</a:t>
            </a:r>
            <a:r>
              <a:rPr lang="zh-CN" altLang="en-US" dirty="0"/>
              <a:t>形状的</a:t>
            </a:r>
            <a:r>
              <a:rPr lang="en-US" altLang="zh-CN" dirty="0"/>
              <a:t>key/value</a:t>
            </a:r>
            <a:r>
              <a:rPr lang="zh-CN" altLang="en-US" dirty="0"/>
              <a:t>张量按照</a:t>
            </a:r>
            <a:r>
              <a:rPr lang="en-US" altLang="zh-CN" dirty="0" err="1"/>
              <a:t>slot_mapping</a:t>
            </a:r>
            <a:r>
              <a:rPr lang="zh-CN" altLang="en-US" dirty="0"/>
              <a:t>指定的每个</a:t>
            </a:r>
            <a:r>
              <a:rPr lang="en-US" altLang="zh-CN" dirty="0"/>
              <a:t>token</a:t>
            </a:r>
            <a:r>
              <a:rPr lang="zh-CN" altLang="en-US" dirty="0"/>
              <a:t>对应的</a:t>
            </a:r>
            <a:r>
              <a:rPr lang="en-US" altLang="zh-CN" dirty="0"/>
              <a:t>block</a:t>
            </a:r>
            <a:r>
              <a:rPr lang="zh-CN" altLang="en-US" dirty="0"/>
              <a:t>内的</a:t>
            </a:r>
            <a:r>
              <a:rPr lang="en-US" altLang="zh-CN" dirty="0"/>
              <a:t>offset</a:t>
            </a:r>
            <a:r>
              <a:rPr lang="zh-CN" altLang="en-US" dirty="0"/>
              <a:t>，写入到</a:t>
            </a:r>
            <a:r>
              <a:rPr lang="en-US" altLang="zh-CN" dirty="0"/>
              <a:t>[</a:t>
            </a:r>
            <a:r>
              <a:rPr lang="en-US" altLang="zh-CN" dirty="0" err="1"/>
              <a:t>num_blocks</a:t>
            </a:r>
            <a:r>
              <a:rPr lang="en-US" altLang="zh-CN" dirty="0"/>
              <a:t>, </a:t>
            </a:r>
            <a:r>
              <a:rPr lang="en-US" altLang="zh-CN" dirty="0" err="1"/>
              <a:t>num_heads</a:t>
            </a:r>
            <a:r>
              <a:rPr lang="en-US" altLang="zh-CN" dirty="0"/>
              <a:t>, </a:t>
            </a:r>
            <a:r>
              <a:rPr lang="en-US" altLang="zh-CN" dirty="0" err="1"/>
              <a:t>head_size</a:t>
            </a:r>
            <a:r>
              <a:rPr lang="en-US" altLang="zh-CN" dirty="0"/>
              <a:t>/x, </a:t>
            </a:r>
            <a:r>
              <a:rPr lang="en-US" altLang="zh-CN" dirty="0" err="1"/>
              <a:t>block_size</a:t>
            </a:r>
            <a:r>
              <a:rPr lang="en-US" altLang="zh-CN" dirty="0"/>
              <a:t>, x]</a:t>
            </a:r>
            <a:r>
              <a:rPr lang="zh-CN" altLang="en-US" dirty="0"/>
              <a:t>（</a:t>
            </a:r>
            <a:r>
              <a:rPr lang="en-US" altLang="zh-CN" dirty="0"/>
              <a:t>key</a:t>
            </a:r>
            <a:r>
              <a:rPr lang="zh-CN" altLang="en-US" dirty="0"/>
              <a:t>）和</a:t>
            </a:r>
            <a:r>
              <a:rPr lang="en-US" altLang="zh-CN" dirty="0"/>
              <a:t>[</a:t>
            </a:r>
            <a:r>
              <a:rPr lang="en-US" altLang="zh-CN" dirty="0" err="1"/>
              <a:t>num_blocks</a:t>
            </a:r>
            <a:r>
              <a:rPr lang="en-US" altLang="zh-CN" dirty="0"/>
              <a:t>, </a:t>
            </a:r>
            <a:r>
              <a:rPr lang="en-US" altLang="zh-CN" dirty="0" err="1"/>
              <a:t>num_heads</a:t>
            </a:r>
            <a:r>
              <a:rPr lang="en-US" altLang="zh-CN" dirty="0"/>
              <a:t>, </a:t>
            </a:r>
            <a:r>
              <a:rPr lang="en-US" altLang="zh-CN" dirty="0" err="1"/>
              <a:t>head_size</a:t>
            </a:r>
            <a:r>
              <a:rPr lang="en-US" altLang="zh-CN" dirty="0"/>
              <a:t>, </a:t>
            </a:r>
            <a:r>
              <a:rPr lang="en-US" altLang="zh-CN" dirty="0" err="1"/>
              <a:t>block_size</a:t>
            </a:r>
            <a:r>
              <a:rPr lang="en-US" altLang="zh-CN" dirty="0"/>
              <a:t>]</a:t>
            </a:r>
            <a:r>
              <a:rPr lang="zh-CN" altLang="en-US" dirty="0"/>
              <a:t>（</a:t>
            </a:r>
            <a:r>
              <a:rPr lang="en-US" altLang="zh-CN" dirty="0"/>
              <a:t>value</a:t>
            </a:r>
            <a:r>
              <a:rPr lang="zh-CN" altLang="en-US" dirty="0"/>
              <a:t>）的缓存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00BF86-1475-149C-7EEB-714987E6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32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F1D867B-526F-3294-4717-18D081D64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398" y="3952969"/>
            <a:ext cx="753532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2297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49F9B-2080-B8F0-5B13-9219971E7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8BF7A3-0735-DC82-3935-F5536760D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cache_kernels.cu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0ABF8C-2444-3609-A9D3-B3D320830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reshape_and_cache_flash</a:t>
            </a:r>
            <a:r>
              <a:rPr lang="zh-CN" altLang="en-US" dirty="0"/>
              <a:t>：把</a:t>
            </a:r>
            <a:r>
              <a:rPr lang="en-US" altLang="zh-CN" dirty="0"/>
              <a:t>[</a:t>
            </a:r>
            <a:r>
              <a:rPr lang="en-US" altLang="zh-CN" dirty="0" err="1"/>
              <a:t>num_tokens</a:t>
            </a:r>
            <a:r>
              <a:rPr lang="en-US" altLang="zh-CN" dirty="0"/>
              <a:t>, </a:t>
            </a:r>
            <a:r>
              <a:rPr lang="en-US" altLang="zh-CN" dirty="0" err="1"/>
              <a:t>num_heads</a:t>
            </a:r>
            <a:r>
              <a:rPr lang="en-US" altLang="zh-CN" dirty="0"/>
              <a:t>, </a:t>
            </a:r>
            <a:r>
              <a:rPr lang="en-US" altLang="zh-CN" dirty="0" err="1"/>
              <a:t>head_size</a:t>
            </a:r>
            <a:r>
              <a:rPr lang="en-US" altLang="zh-CN" dirty="0"/>
              <a:t>]</a:t>
            </a:r>
            <a:r>
              <a:rPr lang="zh-CN" altLang="en-US" dirty="0"/>
              <a:t>形状的</a:t>
            </a:r>
            <a:r>
              <a:rPr lang="en-US" altLang="zh-CN" dirty="0"/>
              <a:t>key/value</a:t>
            </a:r>
            <a:r>
              <a:rPr lang="zh-CN" altLang="en-US" dirty="0"/>
              <a:t>张量按照</a:t>
            </a:r>
            <a:r>
              <a:rPr lang="en-US" altLang="zh-CN" dirty="0" err="1"/>
              <a:t>slot_mapping</a:t>
            </a:r>
            <a:r>
              <a:rPr lang="zh-CN" altLang="en-US" dirty="0"/>
              <a:t>指定的映射位置，重排后写入</a:t>
            </a:r>
            <a:r>
              <a:rPr lang="en-US" altLang="zh-CN" dirty="0"/>
              <a:t>[</a:t>
            </a:r>
            <a:r>
              <a:rPr lang="en-US" altLang="zh-CN" dirty="0" err="1"/>
              <a:t>num_blocks</a:t>
            </a:r>
            <a:r>
              <a:rPr lang="en-US" altLang="zh-CN" dirty="0"/>
              <a:t>, </a:t>
            </a:r>
            <a:r>
              <a:rPr lang="en-US" altLang="zh-CN" dirty="0" err="1"/>
              <a:t>block_size</a:t>
            </a:r>
            <a:r>
              <a:rPr lang="en-US" altLang="zh-CN" dirty="0"/>
              <a:t>, </a:t>
            </a:r>
            <a:r>
              <a:rPr lang="en-US" altLang="zh-CN" dirty="0" err="1"/>
              <a:t>num_heads</a:t>
            </a:r>
            <a:r>
              <a:rPr lang="en-US" altLang="zh-CN" dirty="0"/>
              <a:t>, </a:t>
            </a:r>
            <a:r>
              <a:rPr lang="en-US" altLang="zh-CN" dirty="0" err="1"/>
              <a:t>head_size</a:t>
            </a:r>
            <a:r>
              <a:rPr lang="en-US" altLang="zh-CN" dirty="0"/>
              <a:t>]</a:t>
            </a:r>
            <a:r>
              <a:rPr lang="zh-CN" altLang="en-US" dirty="0"/>
              <a:t>形状的</a:t>
            </a:r>
            <a:r>
              <a:rPr lang="en-US" altLang="zh-CN" dirty="0"/>
              <a:t>KV cache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C9F6BA-185B-55B5-9673-5BAEF8E38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B691119-4497-94A6-7FAA-BB19517C2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13" y="3567830"/>
            <a:ext cx="7582958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419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25DE2-63E7-B80E-4B7C-1FBE0B97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cache_kernels.cu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A6DF9B-3C97-C55F-0368-E3B70AD7A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CALL_RESHAPE_AND_CACHE(_FLASH)</a:t>
            </a:r>
            <a:r>
              <a:rPr lang="zh-CN" altLang="en-US" dirty="0"/>
              <a:t>：被调的宏，实际进行写入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0C532C-4141-2BD7-D06C-EC053414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D3A5DA-941C-3277-533E-83B91CC71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985" y="2427545"/>
            <a:ext cx="8526065" cy="383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389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60EAD7-D965-E83C-1E83-72A40B9FF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paged_attn.py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DE57CC0-30FC-2AE3-F34A-4EA3AC844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91609" cy="4351338"/>
          </a:xfrm>
        </p:spPr>
        <p:txBody>
          <a:bodyPr/>
          <a:lstStyle/>
          <a:p>
            <a:r>
              <a:rPr lang="zh-CN" altLang="en-US" dirty="0"/>
              <a:t>例：调用</a:t>
            </a:r>
            <a:r>
              <a:rPr lang="en-US" altLang="zh-CN" dirty="0" err="1"/>
              <a:t>reshape_and_cache</a:t>
            </a:r>
            <a:r>
              <a:rPr lang="zh-CN" altLang="en-US" dirty="0"/>
              <a:t>进行存储</a:t>
            </a:r>
            <a:endParaRPr lang="en-US" altLang="zh-CN" dirty="0"/>
          </a:p>
          <a:p>
            <a:r>
              <a:rPr lang="zh-CN" altLang="en-US" dirty="0"/>
              <a:t>（遇到新</a:t>
            </a:r>
            <a:r>
              <a:rPr lang="en-US" altLang="zh-CN" dirty="0"/>
              <a:t>token</a:t>
            </a:r>
            <a:r>
              <a:rPr lang="zh-CN" altLang="en-US" dirty="0"/>
              <a:t>时存储新生成的</a:t>
            </a:r>
            <a:r>
              <a:rPr lang="en-US" altLang="zh-CN" dirty="0" err="1"/>
              <a:t>KVCache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969A04-6273-7DF1-B844-A5F627FA6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8D70F5C-2E61-97E8-9F7C-C4C0F623A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4459" y="466311"/>
            <a:ext cx="3905795" cy="592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237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0764C-4954-B02E-B979-6C4C7F725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E154B-E26E-C2E7-4EBD-20BF2C627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flash_attn.py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BAD11-7B69-7941-4BA4-D569BCBD3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7383" cy="4351338"/>
          </a:xfrm>
        </p:spPr>
        <p:txBody>
          <a:bodyPr/>
          <a:lstStyle/>
          <a:p>
            <a:r>
              <a:rPr lang="zh-CN" altLang="en-US" dirty="0"/>
              <a:t>例：调用</a:t>
            </a:r>
            <a:r>
              <a:rPr lang="en-US" altLang="zh-CN" dirty="0" err="1"/>
              <a:t>reshape_and_cache_flash</a:t>
            </a:r>
            <a:r>
              <a:rPr lang="zh-CN" altLang="en-US" dirty="0"/>
              <a:t>进行存储</a:t>
            </a:r>
            <a:endParaRPr lang="en-US" altLang="zh-CN" dirty="0"/>
          </a:p>
          <a:p>
            <a:r>
              <a:rPr lang="zh-CN" altLang="en-US" dirty="0"/>
              <a:t>（遇到新</a:t>
            </a:r>
            <a:r>
              <a:rPr lang="en-US" altLang="zh-CN" dirty="0"/>
              <a:t>token</a:t>
            </a:r>
            <a:r>
              <a:rPr lang="zh-CN" altLang="en-US" dirty="0"/>
              <a:t>时存储新生成的</a:t>
            </a:r>
            <a:r>
              <a:rPr lang="en-US" altLang="zh-CN" dirty="0" err="1"/>
              <a:t>KVCache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121AE2-704B-BD26-E18B-DA3BA4556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727D932-EEF6-5708-A9F4-35984B8F4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242" y="1028365"/>
            <a:ext cx="6249272" cy="480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29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C44E6-683C-9DED-B1BE-50E95C89C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BD3FF8-98F2-0413-8178-DCBB42D5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更上层的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33EA3E-10B7-0F5A-F9B8-54B1491FA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hlinkClick r:id="rId2"/>
              </a:rPr>
              <a:t>vLLM</a:t>
            </a:r>
            <a:r>
              <a:rPr lang="en-US" altLang="zh-CN" dirty="0">
                <a:hlinkClick r:id="rId2"/>
              </a:rPr>
              <a:t> - 1 – </a:t>
            </a:r>
            <a:r>
              <a:rPr lang="en-US" altLang="zh-CN" dirty="0" err="1">
                <a:hlinkClick r:id="rId2"/>
              </a:rPr>
              <a:t>HackMD</a:t>
            </a:r>
            <a:endParaRPr lang="en-US" altLang="zh-CN" dirty="0"/>
          </a:p>
          <a:p>
            <a:r>
              <a:rPr lang="zh-CN" altLang="en-US" dirty="0"/>
              <a:t>（需能连外网）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6910A4-CF51-A178-CC3F-4A4B580E0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828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F9EA0-F913-C47F-D13D-1BEFA73B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更底层的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D72906-B8BD-1B29-1621-51E00E22F8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>
                <a:hlinkClick r:id="rId2"/>
              </a:rPr>
              <a:t>vLLM</a:t>
            </a:r>
            <a:r>
              <a:rPr lang="en-US" altLang="zh-CN" dirty="0">
                <a:hlinkClick r:id="rId2"/>
              </a:rPr>
              <a:t> - 2- </a:t>
            </a:r>
            <a:r>
              <a:rPr lang="en-US" altLang="zh-CN" dirty="0" err="1">
                <a:hlinkClick r:id="rId2"/>
              </a:rPr>
              <a:t>HackMD</a:t>
            </a:r>
            <a:endParaRPr lang="en-US" altLang="zh-CN" dirty="0"/>
          </a:p>
          <a:p>
            <a:r>
              <a:rPr lang="zh-CN" altLang="en-US" dirty="0"/>
              <a:t>（需能连外网）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00D056-5C27-19D2-3A2C-A1E8DD486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6348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82F4CC-319F-3048-473C-0AA21DD34E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Activation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7FE631-9494-88D1-4C4B-A917D605D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1965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F342A1-77D8-F96B-A286-5F94A7284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前向推理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FF44E5-AB1E-6D4D-46C2-65A9F7CDF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2295938" cy="4351338"/>
          </a:xfrm>
        </p:spPr>
        <p:txBody>
          <a:bodyPr/>
          <a:lstStyle/>
          <a:p>
            <a:r>
              <a:rPr lang="en-US" altLang="zh-CN" dirty="0" err="1"/>
              <a:t>GPUModelRunner.execute_model</a:t>
            </a:r>
            <a:r>
              <a:rPr lang="en-US" altLang="zh-CN" dirty="0"/>
              <a:t>()</a:t>
            </a: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0F978-86DB-9C19-8754-EF88FB1CD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40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216E66-ACEE-38C9-0ED8-0E7516B2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514" y="470451"/>
            <a:ext cx="8335690" cy="575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0151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C4D325-5D8B-5C81-3380-F5A301318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activation_kernels.cu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D6CEABA-5051-75B1-0B68-611928FE9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228532CE-0600-DDC8-04F7-1439388A2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262809" cy="4351338"/>
          </a:xfrm>
        </p:spPr>
        <p:txBody>
          <a:bodyPr/>
          <a:lstStyle/>
          <a:p>
            <a:r>
              <a:rPr lang="en-US" altLang="zh-CN" dirty="0"/>
              <a:t>Activation</a:t>
            </a:r>
            <a:r>
              <a:rPr lang="zh-CN" altLang="en-US" dirty="0"/>
              <a:t>（</a:t>
            </a:r>
            <a:r>
              <a:rPr lang="en-US" altLang="zh-CN" dirty="0"/>
              <a:t>input/out</a:t>
            </a:r>
            <a:r>
              <a:rPr lang="zh-CN" altLang="en-US" dirty="0"/>
              <a:t>）都是在</a:t>
            </a:r>
            <a:r>
              <a:rPr lang="en-US" altLang="zh-CN" dirty="0"/>
              <a:t>python</a:t>
            </a:r>
            <a:r>
              <a:rPr lang="zh-CN" altLang="en-US" dirty="0"/>
              <a:t>层创建的</a:t>
            </a:r>
            <a:r>
              <a:rPr lang="en-US" altLang="zh-CN" dirty="0"/>
              <a:t>tensor</a:t>
            </a:r>
            <a:r>
              <a:rPr lang="zh-CN" altLang="en-US" dirty="0"/>
              <a:t>，而</a:t>
            </a:r>
            <a:r>
              <a:rPr lang="en-US" altLang="zh-CN" dirty="0"/>
              <a:t>CUDA</a:t>
            </a:r>
            <a:r>
              <a:rPr lang="zh-CN" altLang="en-US" dirty="0"/>
              <a:t>层只负责计算</a:t>
            </a:r>
          </a:p>
        </p:txBody>
      </p:sp>
      <p:pic>
        <p:nvPicPr>
          <p:cNvPr id="9" name="内容占位符 5">
            <a:extLst>
              <a:ext uri="{FF2B5EF4-FFF2-40B4-BE49-F238E27FC236}">
                <a16:creationId xmlns:a16="http://schemas.microsoft.com/office/drawing/2014/main" id="{AEB9950E-B934-4852-E7D1-A65BF3B71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222" y="1626516"/>
            <a:ext cx="6223683" cy="479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0071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D9EF99-09D3-0F1B-06DD-87E6E68DE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activation.py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0D2116-0146-6762-44ED-694F9C11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33599"/>
            <a:ext cx="10515600" cy="4043363"/>
          </a:xfrm>
        </p:spPr>
        <p:txBody>
          <a:bodyPr/>
          <a:lstStyle/>
          <a:p>
            <a:r>
              <a:rPr lang="zh-CN" altLang="en-US" dirty="0"/>
              <a:t>定义了</a:t>
            </a:r>
            <a:r>
              <a:rPr lang="en-US" altLang="zh-CN" dirty="0"/>
              <a:t>12</a:t>
            </a:r>
            <a:r>
              <a:rPr lang="zh-CN" altLang="en-US" dirty="0"/>
              <a:t>个</a:t>
            </a:r>
            <a:r>
              <a:rPr lang="en-US" altLang="zh-CN" dirty="0"/>
              <a:t>Activation</a:t>
            </a:r>
            <a:r>
              <a:rPr lang="zh-CN" altLang="en-US" dirty="0"/>
              <a:t>函数，以及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en-US" altLang="zh-CN" dirty="0"/>
              <a:t>Torch</a:t>
            </a:r>
            <a:r>
              <a:rPr lang="zh-CN" altLang="en-US" dirty="0"/>
              <a:t>内置的</a:t>
            </a:r>
            <a:r>
              <a:rPr lang="en-US" altLang="zh-CN" dirty="0"/>
              <a:t>Activation</a:t>
            </a:r>
            <a:r>
              <a:rPr lang="zh-CN" altLang="en-US" dirty="0"/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763E3B-6883-D1F3-8990-043138AAC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42</a:t>
            </a:fld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B2D3BE-BFC6-E84D-9AC9-6CA30470F2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53"/>
          <a:stretch>
            <a:fillRect/>
          </a:stretch>
        </p:blipFill>
        <p:spPr>
          <a:xfrm>
            <a:off x="1158427" y="2757787"/>
            <a:ext cx="6713364" cy="37350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E4A49E2-B3C2-FF04-BED0-EB62FDD0F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368" y="163931"/>
            <a:ext cx="7401905" cy="187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450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CFC4A-1A86-D690-9C45-171FC53E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activation.py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0E6B5B-F2ED-7BB2-EB96-6FDD74BCB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97087" cy="4351338"/>
          </a:xfrm>
        </p:spPr>
        <p:txBody>
          <a:bodyPr/>
          <a:lstStyle/>
          <a:p>
            <a:r>
              <a:rPr lang="en-US" altLang="zh-CN" dirty="0"/>
              <a:t>Out</a:t>
            </a:r>
            <a:r>
              <a:rPr lang="zh-CN" altLang="en-US" dirty="0"/>
              <a:t>是</a:t>
            </a:r>
            <a:r>
              <a:rPr lang="en-US" altLang="zh-CN" dirty="0"/>
              <a:t>torch</a:t>
            </a:r>
            <a:r>
              <a:rPr lang="zh-CN" altLang="en-US" dirty="0"/>
              <a:t>张量直接创建的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E2FA79-324B-191F-EDC1-04BC284E9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8212AEE-ED7B-9B35-F669-D17848DF35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594"/>
          <a:stretch>
            <a:fillRect/>
          </a:stretch>
        </p:blipFill>
        <p:spPr>
          <a:xfrm>
            <a:off x="4351581" y="497979"/>
            <a:ext cx="6511887" cy="5862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96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A4366-0B2E-4D78-D0CC-393B6F19D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247E8-DD9A-B006-C3AC-0C66A296E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activation.py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33212A-8AA9-39EF-70E1-643839C4A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97087" cy="4351338"/>
          </a:xfrm>
        </p:spPr>
        <p:txBody>
          <a:bodyPr/>
          <a:lstStyle/>
          <a:p>
            <a:r>
              <a:rPr lang="zh-CN" altLang="en-US" dirty="0"/>
              <a:t>部分</a:t>
            </a:r>
            <a:r>
              <a:rPr lang="en-US" altLang="zh-CN" dirty="0"/>
              <a:t>out</a:t>
            </a:r>
            <a:r>
              <a:rPr lang="zh-CN" altLang="en-US" dirty="0"/>
              <a:t>没有显式创建，但是</a:t>
            </a:r>
            <a:r>
              <a:rPr lang="en-US" altLang="zh-CN" dirty="0" err="1"/>
              <a:t>F.gelu</a:t>
            </a:r>
            <a:r>
              <a:rPr lang="zh-CN" altLang="en-US" dirty="0"/>
              <a:t>、</a:t>
            </a:r>
            <a:r>
              <a:rPr lang="en-US" altLang="zh-CN" dirty="0" err="1"/>
              <a:t>F.relu</a:t>
            </a:r>
            <a:r>
              <a:rPr lang="zh-CN" altLang="en-US" dirty="0"/>
              <a:t>都不是原地修改，而是返回新分配的</a:t>
            </a:r>
            <a:r>
              <a:rPr lang="en-US" altLang="zh-CN" dirty="0"/>
              <a:t>tensor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243F365-ED26-F2C1-7667-FF8A8DDB8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00E92-CE71-41DF-BC0D-0572D5252A04}" type="slidenum">
              <a:rPr lang="zh-CN" altLang="en-US" smtClean="0"/>
              <a:t>44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CEEC2A6-F547-F047-BD80-BEFF89A3B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886" y="2283102"/>
            <a:ext cx="7467600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54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</TotalTime>
  <Words>1475</Words>
  <Application>Microsoft Office PowerPoint</Application>
  <PresentationFormat>宽屏</PresentationFormat>
  <Paragraphs>219</Paragraphs>
  <Slides>44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49" baseType="lpstr">
      <vt:lpstr>等线</vt:lpstr>
      <vt:lpstr>等线 Light</vt:lpstr>
      <vt:lpstr>Arial</vt:lpstr>
      <vt:lpstr>Wingdings</vt:lpstr>
      <vt:lpstr>Office 主题​​</vt:lpstr>
      <vt:lpstr>vLLM</vt:lpstr>
      <vt:lpstr>Overview</vt:lpstr>
      <vt:lpstr>整体架构</vt:lpstr>
      <vt:lpstr>KVCache</vt:lpstr>
      <vt:lpstr>KVCache的虚拟化管理</vt:lpstr>
      <vt:lpstr>KVCache的管理</vt:lpstr>
      <vt:lpstr>KVCacheBlock</vt:lpstr>
      <vt:lpstr>FreeKVCacheBlockQueue</vt:lpstr>
      <vt:lpstr>KVCacheSpec</vt:lpstr>
      <vt:lpstr>KVCacheTensor</vt:lpstr>
      <vt:lpstr>KVCacheGroupSpec</vt:lpstr>
      <vt:lpstr>KVCacheConfig</vt:lpstr>
      <vt:lpstr>BlockHashToBlockMap</vt:lpstr>
      <vt:lpstr>BlockPool</vt:lpstr>
      <vt:lpstr>BlockPool</vt:lpstr>
      <vt:lpstr>BlockPool</vt:lpstr>
      <vt:lpstr>BlockPool</vt:lpstr>
      <vt:lpstr>KVCache的存储</vt:lpstr>
      <vt:lpstr>KVCache存储层次结构</vt:lpstr>
      <vt:lpstr>EngineCore._initialize_kv_caches</vt:lpstr>
      <vt:lpstr>PowerPoint 演示文稿</vt:lpstr>
      <vt:lpstr>GPUModelRunner</vt:lpstr>
      <vt:lpstr>GPUModelRunner</vt:lpstr>
      <vt:lpstr>GPUModelRunner</vt:lpstr>
      <vt:lpstr>GPUModelRunner</vt:lpstr>
      <vt:lpstr>Attention</vt:lpstr>
      <vt:lpstr>bind_kv_cache</vt:lpstr>
      <vt:lpstr>BlockTable</vt:lpstr>
      <vt:lpstr>BlockTable</vt:lpstr>
      <vt:lpstr>BlockTable</vt:lpstr>
      <vt:lpstr>BlockTable</vt:lpstr>
      <vt:lpstr>cache_kernels.cu</vt:lpstr>
      <vt:lpstr>cache_kernels.cu</vt:lpstr>
      <vt:lpstr>cache_kernels.cu</vt:lpstr>
      <vt:lpstr>paged_attn.py</vt:lpstr>
      <vt:lpstr>flash_attn.py</vt:lpstr>
      <vt:lpstr>更上层的</vt:lpstr>
      <vt:lpstr>更底层的</vt:lpstr>
      <vt:lpstr>Activation</vt:lpstr>
      <vt:lpstr>前向推理</vt:lpstr>
      <vt:lpstr>activation_kernels.cu</vt:lpstr>
      <vt:lpstr>activation.py</vt:lpstr>
      <vt:lpstr>activation.py</vt:lpstr>
      <vt:lpstr>activation.py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BINGYE ZHOU</dc:creator>
  <cp:lastModifiedBy>BINGYE ZHOU</cp:lastModifiedBy>
  <cp:revision>1</cp:revision>
  <dcterms:created xsi:type="dcterms:W3CDTF">2025-11-11T03:16:52Z</dcterms:created>
  <dcterms:modified xsi:type="dcterms:W3CDTF">2025-11-17T04:30:48Z</dcterms:modified>
</cp:coreProperties>
</file>